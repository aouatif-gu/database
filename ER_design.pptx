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3419EE-0A88-4FB1-BA47-9A398B8B84B5}">
          <p14:sldIdLst>
            <p14:sldId id="256"/>
            <p14:sldId id="260"/>
          </p14:sldIdLst>
        </p14:section>
        <p14:section name="Untitled Section" id="{9391AAF0-DBF6-433A-874F-937410D4849F}">
          <p14:sldIdLst>
            <p14:sldId id="257"/>
            <p14:sldId id="258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117" d="100"/>
          <a:sy n="117" d="100"/>
        </p:scale>
        <p:origin x="682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A4E4E-1478-4A8B-BF06-5950250B491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5DCD1-CDAD-4E49-B385-F9F84E6A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8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5DCD1-CDAD-4E49-B385-F9F84E6A2D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42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6AD1-F53C-0A05-2998-12727660F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2B138-291D-3EE9-55CC-34418AD1C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A88E2-3128-AC75-6FA5-8DB989D3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66986-75B2-BE1A-0644-07FC6CF5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4DF8-2F8E-9B52-072E-18E075FD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8954-392D-746A-A364-547EBD58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D25BE-8315-6229-653C-A01E8215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EA41D-4B06-6417-39DB-69A868C6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2EC91-C1DA-8A7D-90DB-3575FD0D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A4BF-4413-EB47-669A-2F190EF8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0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83D1-D2F5-A88D-A736-7047B54AC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F65DA-6143-D191-D668-7DE10202B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D8930-926E-4EB4-91C7-69AED73B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123E-CF29-9B26-52D8-F10415369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6B38F-5F86-DBD3-CFFE-5784CCBF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1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26D2-3CCE-5641-F9D7-79F958A1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9FD9-7D1C-9C8D-5C1C-55AE37AFC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AEC87-8507-D28E-5DEC-30EDAF3C4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BDB77-6DD3-9009-4815-5BBB185F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D6771-025A-FFE7-568F-971026E7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39EB-194D-CBE3-5DB6-B5860896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2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F537-2BE8-72A1-BBE6-C7130359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E7FBE-AA85-9C0A-C964-35BFBAAAE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B3664-45EE-04D4-D143-0D61EFB7A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4D94BA-638C-B6CF-27F3-5AF3CC437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AFD34-7DEC-A80C-80A6-39AFC0A11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63659E-55C0-AD86-3459-2265C4C2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D60AC-97D1-DD09-59F5-BA92EF48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B1F36-B3E9-2B81-CC62-A623BCD7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9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21DA-227B-C57B-443F-2215665C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4F817-8ADB-D303-9F76-881D38A5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BBF9E-72AA-11CA-4A1A-F1616064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2BC98-B908-D33B-E2F4-3F5AA5E7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4336A-66D2-EF53-91C4-90D8B820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66D14-151C-5BF5-ABB4-C2CF8E58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F0CD1-F706-22EA-4326-DD7ABCCA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1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48BC-00F0-E9A3-1F1D-522024FE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177B4-A1FE-1FD0-0383-2630D4C62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2B3A8-001D-9068-C517-49CAD81FC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EC896-F8EA-13A0-C60E-7E7298E5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E8A72-E0A4-3968-AD5B-093AC7BD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4A43-F799-844D-00A3-5AC95C7E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2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AD07-6A21-0074-24FD-A3F3E44E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2AEF5-9CCD-E78F-1E64-4BE6FFB14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17BCC-9591-BA2C-18A2-A864ADC8C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7D0CB-7FE8-C98E-63FB-CFBFFD3C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4E9A2-D7DB-2C13-F716-CD69EA4C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76EF7-CBB8-046D-EBD3-8B2BFC8A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5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0619-A497-9457-9BF2-DA40952E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873E2-C681-1D12-2F72-796D7E343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1FE60-690E-6CD7-72BE-B35096FA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106C-F103-ABC4-6C60-03399E484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79083-C1ED-7E70-2D1F-363E7642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8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D8C66-3F19-E517-CBFE-54A1E8BCC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34F5F-CABC-E1B3-3A5A-388FE794A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AD84-B630-1F26-267C-D8F9FCD6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CBA2-5A48-1972-3108-3E9CEE02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11316-89DD-054F-9A36-64A7D767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A7AA4-9C00-FF73-3DB2-AD2189A2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A1B82-9683-5693-AB43-418112A9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9A230-3BE9-3ACD-A890-7F8F4DC20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76E90-9F61-4410-BFDF-E7C3499867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5BC55-A963-5D63-CBB1-F8179769A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909C-48C3-EA71-60D0-332949781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7BEA3-6837-47DD-8A09-5928B4BDD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0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81A8-5D1B-3014-BF03-9300DB572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CONCEPTUAL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08891-3F7C-6092-6F30-CD9E4BD5F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Research Lab Management System Project</a:t>
            </a:r>
          </a:p>
        </p:txBody>
      </p:sp>
    </p:spTree>
    <p:extLst>
      <p:ext uri="{BB962C8B-B14F-4D97-AF65-F5344CB8AC3E}">
        <p14:creationId xmlns:p14="http://schemas.microsoft.com/office/powerpoint/2010/main" val="78480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D32CD-6ED8-A14D-F2A2-0F2A4A431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940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>
                <a:latin typeface="Book Antiqua" panose="02040602050305030304" pitchFamily="18" charset="0"/>
              </a:rPr>
              <a:t>As stated in the deliverables, the conceptual design is developed progressively. The initial slides present the main attributes, while subsequent versions progressively introduce additional relations and entities.</a:t>
            </a:r>
          </a:p>
        </p:txBody>
      </p:sp>
    </p:spTree>
    <p:extLst>
      <p:ext uri="{BB962C8B-B14F-4D97-AF65-F5344CB8AC3E}">
        <p14:creationId xmlns:p14="http://schemas.microsoft.com/office/powerpoint/2010/main" val="234904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0F91C64-B0F2-B419-65E1-19D8723615C9}"/>
              </a:ext>
            </a:extLst>
          </p:cNvPr>
          <p:cNvGrpSpPr/>
          <p:nvPr/>
        </p:nvGrpSpPr>
        <p:grpSpPr>
          <a:xfrm>
            <a:off x="2880360" y="740762"/>
            <a:ext cx="6676791" cy="5549661"/>
            <a:chOff x="2880360" y="740762"/>
            <a:chExt cx="6676791" cy="554966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ACF1B09-F6AA-4212-AFB2-9172953AC836}"/>
                </a:ext>
              </a:extLst>
            </p:cNvPr>
            <p:cNvGrpSpPr/>
            <p:nvPr/>
          </p:nvGrpSpPr>
          <p:grpSpPr>
            <a:xfrm>
              <a:off x="2880360" y="740762"/>
              <a:ext cx="6676791" cy="5549661"/>
              <a:chOff x="2880360" y="740762"/>
              <a:chExt cx="6676791" cy="554966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703BEA8F-C246-91B7-40E8-CB9D5D190096}"/>
                  </a:ext>
                </a:extLst>
              </p:cNvPr>
              <p:cNvGrpSpPr/>
              <p:nvPr/>
            </p:nvGrpSpPr>
            <p:grpSpPr>
              <a:xfrm>
                <a:off x="2880360" y="740762"/>
                <a:ext cx="6676791" cy="3962653"/>
                <a:chOff x="2240872" y="1352897"/>
                <a:chExt cx="7638784" cy="4503425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E9591F7-3CF3-4A0A-7338-A8CB81CDB016}"/>
                    </a:ext>
                  </a:extLst>
                </p:cNvPr>
                <p:cNvSpPr/>
                <p:nvPr/>
              </p:nvSpPr>
              <p:spPr>
                <a:xfrm>
                  <a:off x="4929810" y="2093851"/>
                  <a:ext cx="1417981" cy="371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Person</a:t>
                  </a: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F59AF7E-102F-0FA1-B39A-7D8ACEFDA41B}"/>
                    </a:ext>
                  </a:extLst>
                </p:cNvPr>
                <p:cNvSpPr/>
                <p:nvPr/>
              </p:nvSpPr>
              <p:spPr>
                <a:xfrm>
                  <a:off x="4080332" y="1362815"/>
                  <a:ext cx="924753" cy="43881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u="sng" dirty="0" err="1">
                      <a:solidFill>
                        <a:schemeClr val="tx1"/>
                      </a:solidFill>
                    </a:rPr>
                    <a:t>p_Id</a:t>
                  </a:r>
                  <a:endParaRPr lang="en-US" sz="1200" u="sng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7ABB44C-8891-E4AF-B5B7-B8FB5762A167}"/>
                    </a:ext>
                  </a:extLst>
                </p:cNvPr>
                <p:cNvSpPr/>
                <p:nvPr/>
              </p:nvSpPr>
              <p:spPr>
                <a:xfrm>
                  <a:off x="5152844" y="1352897"/>
                  <a:ext cx="952066" cy="43881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>
                      <a:solidFill>
                        <a:schemeClr val="tx1"/>
                      </a:solidFill>
                    </a:rPr>
                    <a:t>name</a:t>
                  </a:r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83AF68A-3847-82FD-5B24-8BBAC2C7C3CC}"/>
                    </a:ext>
                  </a:extLst>
                </p:cNvPr>
                <p:cNvCxnSpPr>
                  <a:cxnSpLocks/>
                  <a:stCxn id="6" idx="4"/>
                </p:cNvCxnSpPr>
                <p:nvPr/>
              </p:nvCxnSpPr>
              <p:spPr>
                <a:xfrm>
                  <a:off x="4542710" y="1801631"/>
                  <a:ext cx="412555" cy="2823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319905C-B3C5-F166-6F48-6F228531780C}"/>
                    </a:ext>
                  </a:extLst>
                </p:cNvPr>
                <p:cNvCxnSpPr>
                  <a:cxnSpLocks/>
                  <a:stCxn id="4" idx="2"/>
                </p:cNvCxnSpPr>
                <p:nvPr/>
              </p:nvCxnSpPr>
              <p:spPr>
                <a:xfrm>
                  <a:off x="5638801" y="2464905"/>
                  <a:ext cx="0" cy="41744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5389ECA2-A46A-1CC2-81EB-B9ED30F310B9}"/>
                    </a:ext>
                  </a:extLst>
                </p:cNvPr>
                <p:cNvSpPr/>
                <p:nvPr/>
              </p:nvSpPr>
              <p:spPr>
                <a:xfrm>
                  <a:off x="5109127" y="2882348"/>
                  <a:ext cx="1059346" cy="616227"/>
                </a:xfrm>
                <a:prstGeom prst="triangle">
                  <a:avLst>
                    <a:gd name="adj" fmla="val 49428"/>
                  </a:avLst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FFC000"/>
                      </a:solidFill>
                    </a:rPr>
                    <a:t>ISA</a:t>
                  </a: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2007319C-4306-1CF3-8CC3-EC3B35352F65}"/>
                    </a:ext>
                  </a:extLst>
                </p:cNvPr>
                <p:cNvCxnSpPr>
                  <a:cxnSpLocks/>
                  <a:stCxn id="8" idx="4"/>
                  <a:endCxn id="4" idx="0"/>
                </p:cNvCxnSpPr>
                <p:nvPr/>
              </p:nvCxnSpPr>
              <p:spPr>
                <a:xfrm>
                  <a:off x="5628878" y="1791713"/>
                  <a:ext cx="9924" cy="30213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17579F7-EBCF-8C5A-2055-320528D71095}"/>
                    </a:ext>
                  </a:extLst>
                </p:cNvPr>
                <p:cNvSpPr/>
                <p:nvPr/>
              </p:nvSpPr>
              <p:spPr>
                <a:xfrm>
                  <a:off x="4036362" y="3795747"/>
                  <a:ext cx="1417981" cy="371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Student</a:t>
                  </a: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C2D4E7E1-12D5-C44F-DFEF-7F775F6DE9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7192" y="3498576"/>
                  <a:ext cx="301935" cy="29717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57AF39B-2608-3DE2-978C-44EF672F6517}"/>
                    </a:ext>
                  </a:extLst>
                </p:cNvPr>
                <p:cNvSpPr/>
                <p:nvPr/>
              </p:nvSpPr>
              <p:spPr>
                <a:xfrm>
                  <a:off x="6028668" y="3795747"/>
                  <a:ext cx="1417981" cy="371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Employee</a:t>
                  </a:r>
                </a:p>
              </p:txBody>
            </p: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9F0919A9-F6BC-8598-0B3E-BE543543E407}"/>
                    </a:ext>
                  </a:extLst>
                </p:cNvPr>
                <p:cNvCxnSpPr>
                  <a:cxnSpLocks/>
                  <a:stCxn id="29" idx="4"/>
                </p:cNvCxnSpPr>
                <p:nvPr/>
              </p:nvCxnSpPr>
              <p:spPr>
                <a:xfrm>
                  <a:off x="6168473" y="3498575"/>
                  <a:ext cx="384728" cy="29717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51F3881B-DC60-7AF4-7537-66B6D9C4C341}"/>
                    </a:ext>
                  </a:extLst>
                </p:cNvPr>
                <p:cNvSpPr/>
                <p:nvPr/>
              </p:nvSpPr>
              <p:spPr>
                <a:xfrm>
                  <a:off x="2240872" y="3074628"/>
                  <a:ext cx="2714393" cy="43881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>
                      <a:solidFill>
                        <a:schemeClr val="tx1"/>
                      </a:solidFill>
                    </a:rPr>
                    <a:t>academic_enrollment</a:t>
                  </a:r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9A6D088-794B-760D-33F0-05AC1D8C2007}"/>
                    </a:ext>
                  </a:extLst>
                </p:cNvPr>
                <p:cNvCxnSpPr>
                  <a:cxnSpLocks/>
                  <a:stCxn id="57" idx="4"/>
                </p:cNvCxnSpPr>
                <p:nvPr/>
              </p:nvCxnSpPr>
              <p:spPr>
                <a:xfrm>
                  <a:off x="3598069" y="3513444"/>
                  <a:ext cx="667959" cy="2823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1810892D-12E2-66E1-6E52-7DDD6C2244AB}"/>
                    </a:ext>
                  </a:extLst>
                </p:cNvPr>
                <p:cNvSpPr/>
                <p:nvPr/>
              </p:nvSpPr>
              <p:spPr>
                <a:xfrm>
                  <a:off x="6441066" y="3059758"/>
                  <a:ext cx="1573506" cy="43881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err="1">
                      <a:solidFill>
                        <a:schemeClr val="tx1"/>
                      </a:solidFill>
                    </a:rPr>
                    <a:t>phone_num</a:t>
                  </a: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D6CDE5B-8B93-4FCF-DE60-BE95EC4D75EA}"/>
                    </a:ext>
                  </a:extLst>
                </p:cNvPr>
                <p:cNvCxnSpPr>
                  <a:cxnSpLocks/>
                  <a:stCxn id="60" idx="4"/>
                </p:cNvCxnSpPr>
                <p:nvPr/>
              </p:nvCxnSpPr>
              <p:spPr>
                <a:xfrm flipH="1">
                  <a:off x="6722444" y="3498574"/>
                  <a:ext cx="505375" cy="29717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65" name="Diamond 64">
                  <a:extLst>
                    <a:ext uri="{FF2B5EF4-FFF2-40B4-BE49-F238E27FC236}">
                      <a16:creationId xmlns:a16="http://schemas.microsoft.com/office/drawing/2014/main" id="{2D582E55-261E-1DDD-E65D-2370B9A0C397}"/>
                    </a:ext>
                  </a:extLst>
                </p:cNvPr>
                <p:cNvSpPr/>
                <p:nvPr/>
              </p:nvSpPr>
              <p:spPr>
                <a:xfrm>
                  <a:off x="8559757" y="3450179"/>
                  <a:ext cx="1319899" cy="1134064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report</a:t>
                  </a:r>
                  <a:r>
                    <a:rPr lang="en-US" sz="1100" dirty="0" err="1">
                      <a:solidFill>
                        <a:schemeClr val="tx1"/>
                      </a:solidFill>
                    </a:rPr>
                    <a:t>_to</a:t>
                  </a: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862A53F1-72C0-D0EF-410E-7A98D52F25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6649" y="4065606"/>
                  <a:ext cx="1187142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584A8D4D-4668-AF7B-80BE-656C18251E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98147" y="4166800"/>
                  <a:ext cx="0" cy="41744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76" name="Isosceles Triangle 75">
                  <a:extLst>
                    <a:ext uri="{FF2B5EF4-FFF2-40B4-BE49-F238E27FC236}">
                      <a16:creationId xmlns:a16="http://schemas.microsoft.com/office/drawing/2014/main" id="{AB749FB6-08A1-DA9E-70D5-1F2DE1CC4BE8}"/>
                    </a:ext>
                  </a:extLst>
                </p:cNvPr>
                <p:cNvSpPr/>
                <p:nvPr/>
              </p:nvSpPr>
              <p:spPr>
                <a:xfrm>
                  <a:off x="6168473" y="4584243"/>
                  <a:ext cx="1059346" cy="616227"/>
                </a:xfrm>
                <a:prstGeom prst="triangle">
                  <a:avLst>
                    <a:gd name="adj" fmla="val 49428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FFC000"/>
                      </a:solidFill>
                    </a:rPr>
                    <a:t>ISA</a:t>
                  </a:r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DDACD663-7A8C-CD03-E45D-B4E312962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66538" y="5200471"/>
                  <a:ext cx="301935" cy="29717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577F101-2B9E-E188-4092-26E666575922}"/>
                    </a:ext>
                  </a:extLst>
                </p:cNvPr>
                <p:cNvCxnSpPr>
                  <a:cxnSpLocks/>
                  <a:stCxn id="76" idx="4"/>
                </p:cNvCxnSpPr>
                <p:nvPr/>
              </p:nvCxnSpPr>
              <p:spPr>
                <a:xfrm>
                  <a:off x="7227819" y="5200470"/>
                  <a:ext cx="384728" cy="29717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EF8937C7-A122-D1C5-8154-02C2C29BAD43}"/>
                    </a:ext>
                  </a:extLst>
                </p:cNvPr>
                <p:cNvSpPr/>
                <p:nvPr/>
              </p:nvSpPr>
              <p:spPr>
                <a:xfrm>
                  <a:off x="5109127" y="5485268"/>
                  <a:ext cx="1417981" cy="371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academic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0E489021-0D57-B8F0-5698-98A6B4F2ADC6}"/>
                    </a:ext>
                  </a:extLst>
                </p:cNvPr>
                <p:cNvSpPr/>
                <p:nvPr/>
              </p:nvSpPr>
              <p:spPr>
                <a:xfrm>
                  <a:off x="7083701" y="5485268"/>
                  <a:ext cx="1417981" cy="37105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err="1">
                      <a:solidFill>
                        <a:schemeClr val="tx1"/>
                      </a:solidFill>
                    </a:rPr>
                    <a:t>non_academic</a:t>
                  </a: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Diamond 85">
                  <a:extLst>
                    <a:ext uri="{FF2B5EF4-FFF2-40B4-BE49-F238E27FC236}">
                      <a16:creationId xmlns:a16="http://schemas.microsoft.com/office/drawing/2014/main" id="{433F52AE-CCED-B6F7-2EC4-FD7DF6F5D915}"/>
                    </a:ext>
                  </a:extLst>
                </p:cNvPr>
                <p:cNvSpPr/>
                <p:nvPr/>
              </p:nvSpPr>
              <p:spPr>
                <a:xfrm>
                  <a:off x="3892892" y="4400121"/>
                  <a:ext cx="1707736" cy="851827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Supervised_by</a:t>
                  </a: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33987518-96FF-66FF-7210-F7BBACE10B8C}"/>
                    </a:ext>
                  </a:extLst>
                </p:cNvPr>
                <p:cNvCxnSpPr>
                  <a:cxnSpLocks/>
                  <a:endCxn id="86" idx="2"/>
                </p:cNvCxnSpPr>
                <p:nvPr/>
              </p:nvCxnSpPr>
              <p:spPr>
                <a:xfrm flipV="1">
                  <a:off x="4745352" y="5251948"/>
                  <a:ext cx="1408" cy="41884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EC293150-9F43-4485-F494-AFD14014E6B9}"/>
                    </a:ext>
                  </a:extLst>
                </p:cNvPr>
                <p:cNvCxnSpPr>
                  <a:cxnSpLocks/>
                  <a:endCxn id="80" idx="1"/>
                </p:cNvCxnSpPr>
                <p:nvPr/>
              </p:nvCxnSpPr>
              <p:spPr>
                <a:xfrm>
                  <a:off x="4745352" y="5670795"/>
                  <a:ext cx="363775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106" name="Minus Sign 105">
                  <a:extLst>
                    <a:ext uri="{FF2B5EF4-FFF2-40B4-BE49-F238E27FC236}">
                      <a16:creationId xmlns:a16="http://schemas.microsoft.com/office/drawing/2014/main" id="{966F5BB7-40B3-3ABA-56F7-2DE7829E9ED8}"/>
                    </a:ext>
                  </a:extLst>
                </p:cNvPr>
                <p:cNvSpPr/>
                <p:nvPr/>
              </p:nvSpPr>
              <p:spPr>
                <a:xfrm flipH="1">
                  <a:off x="4721624" y="3857548"/>
                  <a:ext cx="47455" cy="851827"/>
                </a:xfrm>
                <a:prstGeom prst="mathMinu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B0DF8394-5867-5902-0AD6-8B085C8A27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6649" y="3910556"/>
                  <a:ext cx="1233525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CA2DA50C-0B16-7CC0-A7F0-0DB2290065B6}"/>
                  </a:ext>
                </a:extLst>
              </p:cNvPr>
              <p:cNvGrpSpPr/>
              <p:nvPr/>
            </p:nvGrpSpPr>
            <p:grpSpPr>
              <a:xfrm>
                <a:off x="5048696" y="4703408"/>
                <a:ext cx="3823635" cy="1587015"/>
                <a:chOff x="4881127" y="2719651"/>
                <a:chExt cx="3290248" cy="1095445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CA09C594-A650-88F6-115D-7860DDA320E7}"/>
                    </a:ext>
                  </a:extLst>
                </p:cNvPr>
                <p:cNvGrpSpPr/>
                <p:nvPr/>
              </p:nvGrpSpPr>
              <p:grpSpPr>
                <a:xfrm>
                  <a:off x="5949572" y="2719651"/>
                  <a:ext cx="2221803" cy="1095445"/>
                  <a:chOff x="5208190" y="4223726"/>
                  <a:chExt cx="3376183" cy="1582534"/>
                </a:xfrm>
              </p:grpSpPr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A4ED4F69-7562-9097-F2FB-EDAA0D685E15}"/>
                      </a:ext>
                    </a:extLst>
                  </p:cNvPr>
                  <p:cNvCxnSpPr>
                    <a:cxnSpLocks/>
                    <a:stCxn id="82" idx="2"/>
                    <a:endCxn id="114" idx="0"/>
                  </p:cNvCxnSpPr>
                  <p:nvPr/>
                </p:nvCxnSpPr>
                <p:spPr>
                  <a:xfrm>
                    <a:off x="7094607" y="4223726"/>
                    <a:ext cx="13426" cy="28864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114" name="Isosceles Triangle 113">
                    <a:extLst>
                      <a:ext uri="{FF2B5EF4-FFF2-40B4-BE49-F238E27FC236}">
                        <a16:creationId xmlns:a16="http://schemas.microsoft.com/office/drawing/2014/main" id="{AC67F870-A9C3-BF33-8DDA-CE22F8486EA9}"/>
                      </a:ext>
                    </a:extLst>
                  </p:cNvPr>
                  <p:cNvSpPr/>
                  <p:nvPr/>
                </p:nvSpPr>
                <p:spPr>
                  <a:xfrm>
                    <a:off x="6527107" y="4512372"/>
                    <a:ext cx="1175298" cy="671875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6A1EFBA0-01FD-03F9-0F8B-A35E6A06AE1E}"/>
                      </a:ext>
                    </a:extLst>
                  </p:cNvPr>
                  <p:cNvCxnSpPr>
                    <a:cxnSpLocks/>
                    <a:stCxn id="114" idx="2"/>
                  </p:cNvCxnSpPr>
                  <p:nvPr/>
                </p:nvCxnSpPr>
                <p:spPr>
                  <a:xfrm flipH="1">
                    <a:off x="6283147" y="5184247"/>
                    <a:ext cx="243959" cy="24916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8CA88D5E-D14A-29DD-D768-977A63D3DB18}"/>
                      </a:ext>
                    </a:extLst>
                  </p:cNvPr>
                  <p:cNvCxnSpPr>
                    <a:cxnSpLocks/>
                    <a:stCxn id="114" idx="4"/>
                  </p:cNvCxnSpPr>
                  <p:nvPr/>
                </p:nvCxnSpPr>
                <p:spPr>
                  <a:xfrm>
                    <a:off x="7702404" y="5184247"/>
                    <a:ext cx="243959" cy="23678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0A33ADF0-7576-0D8C-DE64-DA45E7FEAF27}"/>
                      </a:ext>
                    </a:extLst>
                  </p:cNvPr>
                  <p:cNvSpPr/>
                  <p:nvPr/>
                </p:nvSpPr>
                <p:spPr>
                  <a:xfrm>
                    <a:off x="5208190" y="5421036"/>
                    <a:ext cx="1417980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chemeClr val="tx1"/>
                        </a:solidFill>
                      </a:rPr>
                      <a:t>administrative</a:t>
                    </a:r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BC131FCB-FFDC-7F88-8C21-07CDFAAB5D0C}"/>
                      </a:ext>
                    </a:extLst>
                  </p:cNvPr>
                  <p:cNvSpPr/>
                  <p:nvPr/>
                </p:nvSpPr>
                <p:spPr>
                  <a:xfrm>
                    <a:off x="7075833" y="5435206"/>
                    <a:ext cx="1508540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 err="1">
                        <a:solidFill>
                          <a:schemeClr val="tx1"/>
                        </a:solidFill>
                      </a:rPr>
                      <a:t>Technical</a:t>
                    </a:r>
                    <a:r>
                      <a:rPr lang="en-US" sz="700" dirty="0" err="1">
                        <a:solidFill>
                          <a:schemeClr val="tx1"/>
                        </a:solidFill>
                      </a:rPr>
                      <a:t>_</a:t>
                    </a:r>
                    <a:r>
                      <a:rPr lang="en-US" sz="1100" dirty="0" err="1">
                        <a:solidFill>
                          <a:schemeClr val="tx1"/>
                        </a:solidFill>
                      </a:rPr>
                      <a:t>staff</a:t>
                    </a:r>
                    <a:endParaRPr lang="en-US" sz="7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DF6F9DA7-45AF-82BD-5B12-4492E7B0CB16}"/>
                    </a:ext>
                  </a:extLst>
                </p:cNvPr>
                <p:cNvGrpSpPr/>
                <p:nvPr/>
              </p:nvGrpSpPr>
              <p:grpSpPr>
                <a:xfrm>
                  <a:off x="4881127" y="2719655"/>
                  <a:ext cx="1252600" cy="1092274"/>
                  <a:chOff x="5118145" y="4209991"/>
                  <a:chExt cx="1903414" cy="1577950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2F0F93F4-CA0D-9651-206C-C63483923F54}"/>
                      </a:ext>
                    </a:extLst>
                  </p:cNvPr>
                  <p:cNvCxnSpPr>
                    <a:cxnSpLocks/>
                    <a:stCxn id="80" idx="2"/>
                    <a:endCxn id="121" idx="0"/>
                  </p:cNvCxnSpPr>
                  <p:nvPr/>
                </p:nvCxnSpPr>
                <p:spPr>
                  <a:xfrm flipH="1">
                    <a:off x="6366942" y="4209991"/>
                    <a:ext cx="4411" cy="25754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121" name="Isosceles Triangle 120">
                    <a:extLst>
                      <a:ext uri="{FF2B5EF4-FFF2-40B4-BE49-F238E27FC236}">
                        <a16:creationId xmlns:a16="http://schemas.microsoft.com/office/drawing/2014/main" id="{76006D43-D860-C00E-6F5F-F7F3675D6023}"/>
                      </a:ext>
                    </a:extLst>
                  </p:cNvPr>
                  <p:cNvSpPr/>
                  <p:nvPr/>
                </p:nvSpPr>
                <p:spPr>
                  <a:xfrm>
                    <a:off x="5727134" y="4467535"/>
                    <a:ext cx="1294425" cy="684246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DD9643DD-497E-0FE2-49F5-F459B99F6D38}"/>
                      </a:ext>
                    </a:extLst>
                  </p:cNvPr>
                  <p:cNvCxnSpPr>
                    <a:cxnSpLocks/>
                    <a:stCxn id="121" idx="3"/>
                    <a:endCxn id="123" idx="0"/>
                  </p:cNvCxnSpPr>
                  <p:nvPr/>
                </p:nvCxnSpPr>
                <p:spPr>
                  <a:xfrm flipH="1">
                    <a:off x="5827136" y="5151782"/>
                    <a:ext cx="539806" cy="26510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4DED169D-D796-AA05-C50E-BBAB178AAA3C}"/>
                      </a:ext>
                    </a:extLst>
                  </p:cNvPr>
                  <p:cNvSpPr/>
                  <p:nvPr/>
                </p:nvSpPr>
                <p:spPr>
                  <a:xfrm>
                    <a:off x="5118145" y="5416887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>
                        <a:solidFill>
                          <a:schemeClr val="tx1"/>
                        </a:solidFill>
                      </a:rPr>
                      <a:t>faculty</a:t>
                    </a:r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88F42066-E1C7-B1D9-300B-021260CCDA91}"/>
                </a:ext>
              </a:extLst>
            </p:cNvPr>
            <p:cNvSpPr/>
            <p:nvPr/>
          </p:nvSpPr>
          <p:spPr>
            <a:xfrm>
              <a:off x="6290348" y="752034"/>
              <a:ext cx="1084420" cy="38612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Approval</a:t>
              </a:r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CDE9B99-AE17-5558-6C32-529D406C0AD9}"/>
                </a:ext>
              </a:extLst>
            </p:cNvPr>
            <p:cNvCxnSpPr>
              <a:cxnSpLocks/>
              <a:stCxn id="137" idx="4"/>
            </p:cNvCxnSpPr>
            <p:nvPr/>
          </p:nvCxnSpPr>
          <p:spPr>
            <a:xfrm flipH="1">
              <a:off x="6470073" y="1138157"/>
              <a:ext cx="362485" cy="261487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2F1AFBDE-8C00-40E6-4FD6-A0F686FB224E}"/>
              </a:ext>
            </a:extLst>
          </p:cNvPr>
          <p:cNvSpPr txBox="1"/>
          <p:nvPr/>
        </p:nvSpPr>
        <p:spPr>
          <a:xfrm>
            <a:off x="1157288" y="380157"/>
            <a:ext cx="90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People</a:t>
            </a:r>
          </a:p>
        </p:txBody>
      </p:sp>
    </p:spTree>
    <p:extLst>
      <p:ext uri="{BB962C8B-B14F-4D97-AF65-F5344CB8AC3E}">
        <p14:creationId xmlns:p14="http://schemas.microsoft.com/office/powerpoint/2010/main" val="358384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A0DD1E06-ECA6-675F-6DAE-BFB054F28CE0}"/>
              </a:ext>
            </a:extLst>
          </p:cNvPr>
          <p:cNvGrpSpPr/>
          <p:nvPr/>
        </p:nvGrpSpPr>
        <p:grpSpPr>
          <a:xfrm>
            <a:off x="382008" y="303083"/>
            <a:ext cx="10034549" cy="4666734"/>
            <a:chOff x="382008" y="303083"/>
            <a:chExt cx="10034549" cy="4666734"/>
          </a:xfrm>
        </p:grpSpPr>
        <p:grpSp>
          <p:nvGrpSpPr>
            <p:cNvPr id="372" name="Group 371">
              <a:extLst>
                <a:ext uri="{FF2B5EF4-FFF2-40B4-BE49-F238E27FC236}">
                  <a16:creationId xmlns:a16="http://schemas.microsoft.com/office/drawing/2014/main" id="{9AD63F54-CF5C-6006-7A16-6FAC3EE5422B}"/>
                </a:ext>
              </a:extLst>
            </p:cNvPr>
            <p:cNvGrpSpPr/>
            <p:nvPr/>
          </p:nvGrpSpPr>
          <p:grpSpPr>
            <a:xfrm>
              <a:off x="7217711" y="756826"/>
              <a:ext cx="3198846" cy="3399054"/>
              <a:chOff x="4552122" y="245163"/>
              <a:chExt cx="3657600" cy="3657597"/>
            </a:xfrm>
          </p:grpSpPr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9ECA1CDB-4318-C788-D4A2-51EF7C4401D3}"/>
                  </a:ext>
                </a:extLst>
              </p:cNvPr>
              <p:cNvGrpSpPr/>
              <p:nvPr/>
            </p:nvGrpSpPr>
            <p:grpSpPr>
              <a:xfrm>
                <a:off x="4552122" y="245163"/>
                <a:ext cx="3657600" cy="3657597"/>
                <a:chOff x="3915604" y="740762"/>
                <a:chExt cx="5533189" cy="5549657"/>
              </a:xfrm>
            </p:grpSpPr>
            <p:grpSp>
              <p:nvGrpSpPr>
                <p:cNvPr id="219" name="Group 218">
                  <a:extLst>
                    <a:ext uri="{FF2B5EF4-FFF2-40B4-BE49-F238E27FC236}">
                      <a16:creationId xmlns:a16="http://schemas.microsoft.com/office/drawing/2014/main" id="{C7A1344F-3026-8825-11BC-24323B2CFB2E}"/>
                    </a:ext>
                  </a:extLst>
                </p:cNvPr>
                <p:cNvGrpSpPr/>
                <p:nvPr/>
              </p:nvGrpSpPr>
              <p:grpSpPr>
                <a:xfrm>
                  <a:off x="3915604" y="740762"/>
                  <a:ext cx="5533189" cy="3962653"/>
                  <a:chOff x="3425274" y="1352897"/>
                  <a:chExt cx="6330412" cy="4503425"/>
                </a:xfrm>
              </p:grpSpPr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D3B6A7BE-927E-4513-16E4-284D0F314C75}"/>
                      </a:ext>
                    </a:extLst>
                  </p:cNvPr>
                  <p:cNvSpPr/>
                  <p:nvPr/>
                </p:nvSpPr>
                <p:spPr>
                  <a:xfrm>
                    <a:off x="4929810" y="2093851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600" dirty="0">
                        <a:solidFill>
                          <a:schemeClr val="tx1"/>
                        </a:solidFill>
                      </a:rPr>
                      <a:t>Person</a:t>
                    </a: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A430FF5F-6497-DFE9-D919-03FE81B89811}"/>
                      </a:ext>
                    </a:extLst>
                  </p:cNvPr>
                  <p:cNvSpPr/>
                  <p:nvPr/>
                </p:nvSpPr>
                <p:spPr>
                  <a:xfrm>
                    <a:off x="4080332" y="1362815"/>
                    <a:ext cx="924753" cy="43881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u="sng" dirty="0" err="1">
                        <a:solidFill>
                          <a:schemeClr val="tx1"/>
                        </a:solidFill>
                      </a:rPr>
                      <a:t>p_Id</a:t>
                    </a:r>
                    <a:endParaRPr lang="en-US" sz="500" u="sng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DD276E04-B3DD-7648-F5D1-185F62CC86EA}"/>
                      </a:ext>
                    </a:extLst>
                  </p:cNvPr>
                  <p:cNvSpPr/>
                  <p:nvPr/>
                </p:nvSpPr>
                <p:spPr>
                  <a:xfrm>
                    <a:off x="5152844" y="1352897"/>
                    <a:ext cx="952066" cy="43881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name</a:t>
                    </a:r>
                  </a:p>
                </p:txBody>
              </p: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D6692C9E-4351-1CAE-78EE-DB30F6577896}"/>
                      </a:ext>
                    </a:extLst>
                  </p:cNvPr>
                  <p:cNvCxnSpPr>
                    <a:cxnSpLocks/>
                    <a:stCxn id="234" idx="4"/>
                  </p:cNvCxnSpPr>
                  <p:nvPr/>
                </p:nvCxnSpPr>
                <p:spPr>
                  <a:xfrm>
                    <a:off x="4542710" y="1801631"/>
                    <a:ext cx="412555" cy="28230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288E86A7-962F-856E-498F-F85342204D13}"/>
                      </a:ext>
                    </a:extLst>
                  </p:cNvPr>
                  <p:cNvCxnSpPr>
                    <a:cxnSpLocks/>
                    <a:stCxn id="233" idx="2"/>
                    <a:endCxn id="238" idx="0"/>
                  </p:cNvCxnSpPr>
                  <p:nvPr/>
                </p:nvCxnSpPr>
                <p:spPr>
                  <a:xfrm>
                    <a:off x="5638800" y="2464905"/>
                    <a:ext cx="20515" cy="4174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8" name="Isosceles Triangle 237">
                    <a:extLst>
                      <a:ext uri="{FF2B5EF4-FFF2-40B4-BE49-F238E27FC236}">
                        <a16:creationId xmlns:a16="http://schemas.microsoft.com/office/drawing/2014/main" id="{3A67083F-B596-C4C8-B0CB-5FB07003D840}"/>
                      </a:ext>
                    </a:extLst>
                  </p:cNvPr>
                  <p:cNvSpPr/>
                  <p:nvPr/>
                </p:nvSpPr>
                <p:spPr>
                  <a:xfrm>
                    <a:off x="5109126" y="2882348"/>
                    <a:ext cx="1113110" cy="616226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F5F174E3-70F7-77B4-962D-79F9711E36C5}"/>
                      </a:ext>
                    </a:extLst>
                  </p:cNvPr>
                  <p:cNvCxnSpPr>
                    <a:cxnSpLocks/>
                    <a:stCxn id="235" idx="4"/>
                    <a:endCxn id="233" idx="0"/>
                  </p:cNvCxnSpPr>
                  <p:nvPr/>
                </p:nvCxnSpPr>
                <p:spPr>
                  <a:xfrm>
                    <a:off x="5628878" y="1791713"/>
                    <a:ext cx="9924" cy="30213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82B61694-D9CC-9C6A-0872-65D1A816DF07}"/>
                      </a:ext>
                    </a:extLst>
                  </p:cNvPr>
                  <p:cNvSpPr/>
                  <p:nvPr/>
                </p:nvSpPr>
                <p:spPr>
                  <a:xfrm>
                    <a:off x="4036362" y="3795747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600" dirty="0">
                        <a:solidFill>
                          <a:schemeClr val="tx1"/>
                        </a:solidFill>
                      </a:rPr>
                      <a:t>Student</a:t>
                    </a:r>
                  </a:p>
                </p:txBody>
              </p: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2289B5EE-20ED-64C2-6FC6-701C39649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807192" y="3498576"/>
                    <a:ext cx="301935" cy="29717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FFBD9783-35DF-35D9-989B-547CCFDDC3D8}"/>
                      </a:ext>
                    </a:extLst>
                  </p:cNvPr>
                  <p:cNvSpPr/>
                  <p:nvPr/>
                </p:nvSpPr>
                <p:spPr>
                  <a:xfrm>
                    <a:off x="6028668" y="3795747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600" dirty="0">
                        <a:solidFill>
                          <a:schemeClr val="tx1"/>
                        </a:solidFill>
                      </a:rPr>
                      <a:t>Employee</a:t>
                    </a:r>
                  </a:p>
                </p:txBody>
              </p: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21BF23AE-4939-BE83-3182-E506A63C84A7}"/>
                      </a:ext>
                    </a:extLst>
                  </p:cNvPr>
                  <p:cNvCxnSpPr>
                    <a:cxnSpLocks/>
                    <a:stCxn id="238" idx="4"/>
                  </p:cNvCxnSpPr>
                  <p:nvPr/>
                </p:nvCxnSpPr>
                <p:spPr>
                  <a:xfrm>
                    <a:off x="6222236" y="3498574"/>
                    <a:ext cx="330965" cy="29717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70F24213-5605-D2A6-4F20-6880B2CDF91F}"/>
                      </a:ext>
                    </a:extLst>
                  </p:cNvPr>
                  <p:cNvSpPr/>
                  <p:nvPr/>
                </p:nvSpPr>
                <p:spPr>
                  <a:xfrm>
                    <a:off x="3425274" y="3074628"/>
                    <a:ext cx="1564169" cy="43881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academic_enrollment</a:t>
                    </a:r>
                  </a:p>
                </p:txBody>
              </p: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0D2B58B2-9E3E-7F60-3F78-454E4C453BA4}"/>
                      </a:ext>
                    </a:extLst>
                  </p:cNvPr>
                  <p:cNvCxnSpPr>
                    <a:cxnSpLocks/>
                    <a:stCxn id="244" idx="4"/>
                  </p:cNvCxnSpPr>
                  <p:nvPr/>
                </p:nvCxnSpPr>
                <p:spPr>
                  <a:xfrm>
                    <a:off x="4207359" y="3513444"/>
                    <a:ext cx="92847" cy="28230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DB5E83FE-16B4-84A6-2052-35ECFABF8555}"/>
                      </a:ext>
                    </a:extLst>
                  </p:cNvPr>
                  <p:cNvSpPr/>
                  <p:nvPr/>
                </p:nvSpPr>
                <p:spPr>
                  <a:xfrm>
                    <a:off x="6441066" y="3059758"/>
                    <a:ext cx="1573506" cy="43881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 err="1">
                        <a:solidFill>
                          <a:schemeClr val="tx1"/>
                        </a:solidFill>
                      </a:rPr>
                      <a:t>phone_num</a:t>
                    </a:r>
                    <a:endParaRPr lang="en-US" sz="5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7013A5A7-8F7D-ECF4-C4CF-E168D9F9DF08}"/>
                      </a:ext>
                    </a:extLst>
                  </p:cNvPr>
                  <p:cNvCxnSpPr>
                    <a:cxnSpLocks/>
                    <a:stCxn id="246" idx="4"/>
                  </p:cNvCxnSpPr>
                  <p:nvPr/>
                </p:nvCxnSpPr>
                <p:spPr>
                  <a:xfrm flipH="1">
                    <a:off x="6722444" y="3498574"/>
                    <a:ext cx="505375" cy="29717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8" name="Diamond 247">
                    <a:extLst>
                      <a:ext uri="{FF2B5EF4-FFF2-40B4-BE49-F238E27FC236}">
                        <a16:creationId xmlns:a16="http://schemas.microsoft.com/office/drawing/2014/main" id="{52934E31-7E59-F71C-0932-2CAFA5E07890}"/>
                      </a:ext>
                    </a:extLst>
                  </p:cNvPr>
                  <p:cNvSpPr/>
                  <p:nvPr/>
                </p:nvSpPr>
                <p:spPr>
                  <a:xfrm>
                    <a:off x="8568544" y="3429000"/>
                    <a:ext cx="1187142" cy="1134064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 err="1">
                        <a:solidFill>
                          <a:schemeClr val="tx1"/>
                        </a:solidFill>
                      </a:rPr>
                      <a:t>report_to</a:t>
                    </a:r>
                    <a:endParaRPr lang="en-US" sz="5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6DCA337C-7DD5-DB51-EB54-D617DF68AD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46649" y="4065606"/>
                    <a:ext cx="1187142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9721E10A-C641-232A-4829-08184053816E}"/>
                      </a:ext>
                    </a:extLst>
                  </p:cNvPr>
                  <p:cNvCxnSpPr>
                    <a:cxnSpLocks/>
                    <a:endCxn id="251" idx="0"/>
                  </p:cNvCxnSpPr>
                  <p:nvPr/>
                </p:nvCxnSpPr>
                <p:spPr>
                  <a:xfrm>
                    <a:off x="6698148" y="4166801"/>
                    <a:ext cx="23809" cy="4174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Isosceles Triangle 250">
                    <a:extLst>
                      <a:ext uri="{FF2B5EF4-FFF2-40B4-BE49-F238E27FC236}">
                        <a16:creationId xmlns:a16="http://schemas.microsoft.com/office/drawing/2014/main" id="{27943B35-A25C-497D-5B4C-8FEC047221A5}"/>
                      </a:ext>
                    </a:extLst>
                  </p:cNvPr>
                  <p:cNvSpPr/>
                  <p:nvPr/>
                </p:nvSpPr>
                <p:spPr>
                  <a:xfrm>
                    <a:off x="6168473" y="4584243"/>
                    <a:ext cx="1119775" cy="616226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63541856-6D11-2830-61C5-25A20C7F3D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66538" y="5200471"/>
                    <a:ext cx="301935" cy="29717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E0FE7BE5-688F-3E6A-7507-A112175FD9D7}"/>
                      </a:ext>
                    </a:extLst>
                  </p:cNvPr>
                  <p:cNvCxnSpPr>
                    <a:cxnSpLocks/>
                    <a:stCxn id="251" idx="4"/>
                  </p:cNvCxnSpPr>
                  <p:nvPr/>
                </p:nvCxnSpPr>
                <p:spPr>
                  <a:xfrm>
                    <a:off x="7288248" y="5200469"/>
                    <a:ext cx="324299" cy="29717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4" name="Rectangle 253">
                    <a:extLst>
                      <a:ext uri="{FF2B5EF4-FFF2-40B4-BE49-F238E27FC236}">
                        <a16:creationId xmlns:a16="http://schemas.microsoft.com/office/drawing/2014/main" id="{043B2B0F-C7AA-91B3-61FB-346F3D5F4670}"/>
                      </a:ext>
                    </a:extLst>
                  </p:cNvPr>
                  <p:cNvSpPr/>
                  <p:nvPr/>
                </p:nvSpPr>
                <p:spPr>
                  <a:xfrm>
                    <a:off x="5109127" y="5485268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600" dirty="0">
                        <a:solidFill>
                          <a:schemeClr val="tx1"/>
                        </a:solidFill>
                      </a:rPr>
                      <a:t>academic</a:t>
                    </a:r>
                  </a:p>
                </p:txBody>
              </p:sp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C9299724-17EC-55B7-6976-14EE297A2BA5}"/>
                      </a:ext>
                    </a:extLst>
                  </p:cNvPr>
                  <p:cNvSpPr/>
                  <p:nvPr/>
                </p:nvSpPr>
                <p:spPr>
                  <a:xfrm>
                    <a:off x="7083701" y="5485268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 err="1">
                        <a:solidFill>
                          <a:schemeClr val="tx1"/>
                        </a:solidFill>
                      </a:rPr>
                      <a:t>non_academic</a:t>
                    </a:r>
                    <a:endParaRPr lang="en-US" sz="5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6" name="Diamond 255">
                    <a:extLst>
                      <a:ext uri="{FF2B5EF4-FFF2-40B4-BE49-F238E27FC236}">
                        <a16:creationId xmlns:a16="http://schemas.microsoft.com/office/drawing/2014/main" id="{4301C66F-25CD-7A15-C62C-B4616CF74DA1}"/>
                      </a:ext>
                    </a:extLst>
                  </p:cNvPr>
                  <p:cNvSpPr/>
                  <p:nvPr/>
                </p:nvSpPr>
                <p:spPr>
                  <a:xfrm>
                    <a:off x="3892892" y="4400121"/>
                    <a:ext cx="1707736" cy="851827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 err="1">
                        <a:solidFill>
                          <a:schemeClr val="tx1"/>
                        </a:solidFill>
                      </a:rPr>
                      <a:t>Supervised_by</a:t>
                    </a:r>
                    <a:endParaRPr lang="en-US" sz="5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1B1F9AD0-5695-D32A-A9FB-3AD92D47D15E}"/>
                      </a:ext>
                    </a:extLst>
                  </p:cNvPr>
                  <p:cNvCxnSpPr>
                    <a:cxnSpLocks/>
                    <a:endCxn id="256" idx="2"/>
                  </p:cNvCxnSpPr>
                  <p:nvPr/>
                </p:nvCxnSpPr>
                <p:spPr>
                  <a:xfrm flipV="1">
                    <a:off x="4745352" y="5251948"/>
                    <a:ext cx="1408" cy="418847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33840388-2970-57B8-AB35-0815CCD1064A}"/>
                      </a:ext>
                    </a:extLst>
                  </p:cNvPr>
                  <p:cNvCxnSpPr>
                    <a:cxnSpLocks/>
                    <a:endCxn id="254" idx="1"/>
                  </p:cNvCxnSpPr>
                  <p:nvPr/>
                </p:nvCxnSpPr>
                <p:spPr>
                  <a:xfrm>
                    <a:off x="4745352" y="5670795"/>
                    <a:ext cx="363775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9" name="Minus Sign 258">
                    <a:extLst>
                      <a:ext uri="{FF2B5EF4-FFF2-40B4-BE49-F238E27FC236}">
                        <a16:creationId xmlns:a16="http://schemas.microsoft.com/office/drawing/2014/main" id="{1EB8583E-9955-B8A6-05FB-4D339A781640}"/>
                      </a:ext>
                    </a:extLst>
                  </p:cNvPr>
                  <p:cNvSpPr/>
                  <p:nvPr/>
                </p:nvSpPr>
                <p:spPr>
                  <a:xfrm flipH="1">
                    <a:off x="4721624" y="3857548"/>
                    <a:ext cx="47455" cy="851827"/>
                  </a:xfrm>
                  <a:prstGeom prst="mathMinus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/>
                  </a:p>
                </p:txBody>
              </p:sp>
              <p:cxnSp>
                <p:nvCxnSpPr>
                  <p:cNvPr id="260" name="Straight Arrow Connector 259">
                    <a:extLst>
                      <a:ext uri="{FF2B5EF4-FFF2-40B4-BE49-F238E27FC236}">
                        <a16:creationId xmlns:a16="http://schemas.microsoft.com/office/drawing/2014/main" id="{7F0F7706-9E19-4BD4-6C35-AF820426A7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46649" y="3910556"/>
                    <a:ext cx="1233525" cy="0"/>
                  </a:xfrm>
                  <a:prstGeom prst="straightConnector1">
                    <a:avLst/>
                  </a:prstGeom>
                  <a:ln w="127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25683023-7247-3FC4-C19A-6A8E69341DA5}"/>
                    </a:ext>
                  </a:extLst>
                </p:cNvPr>
                <p:cNvGrpSpPr/>
                <p:nvPr/>
              </p:nvGrpSpPr>
              <p:grpSpPr>
                <a:xfrm>
                  <a:off x="5048696" y="4703413"/>
                  <a:ext cx="3823635" cy="1587006"/>
                  <a:chOff x="4881127" y="2719655"/>
                  <a:chExt cx="3290248" cy="1095439"/>
                </a:xfrm>
              </p:grpSpPr>
              <p:grpSp>
                <p:nvGrpSpPr>
                  <p:cNvPr id="221" name="Group 220">
                    <a:extLst>
                      <a:ext uri="{FF2B5EF4-FFF2-40B4-BE49-F238E27FC236}">
                        <a16:creationId xmlns:a16="http://schemas.microsoft.com/office/drawing/2014/main" id="{8D80FF93-F5C4-D1A0-8EAF-1F8922452D9A}"/>
                      </a:ext>
                    </a:extLst>
                  </p:cNvPr>
                  <p:cNvGrpSpPr/>
                  <p:nvPr/>
                </p:nvGrpSpPr>
                <p:grpSpPr>
                  <a:xfrm>
                    <a:off x="5949572" y="2719657"/>
                    <a:ext cx="2221803" cy="1095437"/>
                    <a:chOff x="5208190" y="4223737"/>
                    <a:chExt cx="3376183" cy="1582523"/>
                  </a:xfrm>
                </p:grpSpPr>
                <p:cxnSp>
                  <p:nvCxnSpPr>
                    <p:cNvPr id="227" name="Straight Connector 226">
                      <a:extLst>
                        <a:ext uri="{FF2B5EF4-FFF2-40B4-BE49-F238E27FC236}">
                          <a16:creationId xmlns:a16="http://schemas.microsoft.com/office/drawing/2014/main" id="{35DB12D2-FA53-346E-7CE3-5C8BCB1BF8CE}"/>
                        </a:ext>
                      </a:extLst>
                    </p:cNvPr>
                    <p:cNvCxnSpPr>
                      <a:cxnSpLocks/>
                      <a:stCxn id="255" idx="2"/>
                      <a:endCxn id="228" idx="0"/>
                    </p:cNvCxnSpPr>
                    <p:nvPr/>
                  </p:nvCxnSpPr>
                  <p:spPr>
                    <a:xfrm flipH="1">
                      <a:off x="6924090" y="4223737"/>
                      <a:ext cx="170512" cy="28863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8" name="Isosceles Triangle 227">
                      <a:extLst>
                        <a:ext uri="{FF2B5EF4-FFF2-40B4-BE49-F238E27FC236}">
                          <a16:creationId xmlns:a16="http://schemas.microsoft.com/office/drawing/2014/main" id="{F149D4DC-6F1E-56C1-5664-0A6690D0A6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84282" y="4512371"/>
                      <a:ext cx="1294424" cy="67187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6970363C-BA21-9AFE-47E7-11917C829BB9}"/>
                        </a:ext>
                      </a:extLst>
                    </p:cNvPr>
                    <p:cNvCxnSpPr>
                      <a:cxnSpLocks/>
                      <a:stCxn id="228" idx="2"/>
                    </p:cNvCxnSpPr>
                    <p:nvPr/>
                  </p:nvCxnSpPr>
                  <p:spPr>
                    <a:xfrm flipH="1">
                      <a:off x="6040321" y="5184247"/>
                      <a:ext cx="243961" cy="24916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A6BEB913-B064-A42E-D299-9CA7CEBA7003}"/>
                        </a:ext>
                      </a:extLst>
                    </p:cNvPr>
                    <p:cNvCxnSpPr>
                      <a:cxnSpLocks/>
                      <a:stCxn id="228" idx="4"/>
                      <a:endCxn id="232" idx="0"/>
                    </p:cNvCxnSpPr>
                    <p:nvPr/>
                  </p:nvCxnSpPr>
                  <p:spPr>
                    <a:xfrm>
                      <a:off x="7578706" y="5184247"/>
                      <a:ext cx="251397" cy="25095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1" name="Rectangle 230">
                      <a:extLst>
                        <a:ext uri="{FF2B5EF4-FFF2-40B4-BE49-F238E27FC236}">
                          <a16:creationId xmlns:a16="http://schemas.microsoft.com/office/drawing/2014/main" id="{9A1DB5AB-444A-1983-EBDC-6C6FB1F6E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8190" y="5421036"/>
                      <a:ext cx="1417980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administrative</a:t>
                      </a:r>
                    </a:p>
                  </p:txBody>
                </p: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3134DE89-C40F-D2F7-D877-FCCAED8C6E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5833" y="5435206"/>
                      <a:ext cx="1508540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 err="1">
                          <a:solidFill>
                            <a:schemeClr val="tx1"/>
                          </a:solidFill>
                        </a:rPr>
                        <a:t>Technical_staff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222" name="Group 221">
                    <a:extLst>
                      <a:ext uri="{FF2B5EF4-FFF2-40B4-BE49-F238E27FC236}">
                        <a16:creationId xmlns:a16="http://schemas.microsoft.com/office/drawing/2014/main" id="{DE598E94-C074-CBE8-C51A-7DD57EA066E5}"/>
                      </a:ext>
                    </a:extLst>
                  </p:cNvPr>
                  <p:cNvGrpSpPr/>
                  <p:nvPr/>
                </p:nvGrpSpPr>
                <p:grpSpPr>
                  <a:xfrm>
                    <a:off x="4881127" y="2719655"/>
                    <a:ext cx="1252600" cy="1092274"/>
                    <a:chOff x="5118145" y="4209991"/>
                    <a:chExt cx="1903414" cy="1577950"/>
                  </a:xfrm>
                </p:grpSpPr>
                <p:cxnSp>
                  <p:nvCxnSpPr>
                    <p:cNvPr id="223" name="Straight Connector 222">
                      <a:extLst>
                        <a:ext uri="{FF2B5EF4-FFF2-40B4-BE49-F238E27FC236}">
                          <a16:creationId xmlns:a16="http://schemas.microsoft.com/office/drawing/2014/main" id="{1690F0CE-595C-60CA-A29D-BAFF5F746D41}"/>
                        </a:ext>
                      </a:extLst>
                    </p:cNvPr>
                    <p:cNvCxnSpPr>
                      <a:cxnSpLocks/>
                      <a:stCxn id="254" idx="2"/>
                      <a:endCxn id="224" idx="0"/>
                    </p:cNvCxnSpPr>
                    <p:nvPr/>
                  </p:nvCxnSpPr>
                  <p:spPr>
                    <a:xfrm flipH="1">
                      <a:off x="6366942" y="4209991"/>
                      <a:ext cx="4411" cy="25754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4" name="Isosceles Triangle 223">
                      <a:extLst>
                        <a:ext uri="{FF2B5EF4-FFF2-40B4-BE49-F238E27FC236}">
                          <a16:creationId xmlns:a16="http://schemas.microsoft.com/office/drawing/2014/main" id="{175BA122-CCCC-C6F7-2464-9EC78636A8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7134" y="4467535"/>
                      <a:ext cx="1294425" cy="68424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225" name="Straight Connector 224">
                      <a:extLst>
                        <a:ext uri="{FF2B5EF4-FFF2-40B4-BE49-F238E27FC236}">
                          <a16:creationId xmlns:a16="http://schemas.microsoft.com/office/drawing/2014/main" id="{8265DC0A-DD6A-75C1-9FA1-35458298B553}"/>
                        </a:ext>
                      </a:extLst>
                    </p:cNvPr>
                    <p:cNvCxnSpPr>
                      <a:cxnSpLocks/>
                      <a:stCxn id="224" idx="3"/>
                      <a:endCxn id="226" idx="0"/>
                    </p:cNvCxnSpPr>
                    <p:nvPr/>
                  </p:nvCxnSpPr>
                  <p:spPr>
                    <a:xfrm flipH="1">
                      <a:off x="5827136" y="5151782"/>
                      <a:ext cx="539806" cy="26510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6238F509-ECF6-248C-181F-B5E9E26D05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18145" y="5416887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p:txBody>
                </p:sp>
              </p:grpSp>
            </p:grpSp>
          </p:grp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90DEF340-4098-3B4E-DB65-BCF8E9A99D09}"/>
                  </a:ext>
                </a:extLst>
              </p:cNvPr>
              <p:cNvSpPr/>
              <p:nvPr/>
            </p:nvSpPr>
            <p:spPr>
              <a:xfrm>
                <a:off x="6147140" y="250914"/>
                <a:ext cx="685857" cy="25448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>
                    <a:solidFill>
                      <a:schemeClr val="tx1"/>
                    </a:solidFill>
                  </a:rPr>
                  <a:t>approval</a:t>
                </a:r>
              </a:p>
            </p:txBody>
          </p: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3D075BD3-FD26-4A25-99AA-9E4C6BB6EEC8}"/>
                  </a:ext>
                </a:extLst>
              </p:cNvPr>
              <p:cNvCxnSpPr>
                <a:cxnSpLocks/>
                <a:stCxn id="355" idx="4"/>
              </p:cNvCxnSpPr>
              <p:nvPr/>
            </p:nvCxnSpPr>
            <p:spPr>
              <a:xfrm flipH="1">
                <a:off x="6175500" y="505395"/>
                <a:ext cx="314569" cy="17307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2" name="Straight Arrow Connector 401">
              <a:extLst>
                <a:ext uri="{FF2B5EF4-FFF2-40B4-BE49-F238E27FC236}">
                  <a16:creationId xmlns:a16="http://schemas.microsoft.com/office/drawing/2014/main" id="{720FCC96-554C-717D-F7B8-FC7D841FCCBA}"/>
                </a:ext>
              </a:extLst>
            </p:cNvPr>
            <p:cNvCxnSpPr>
              <a:cxnSpLocks/>
              <a:stCxn id="342" idx="1"/>
              <a:endCxn id="378" idx="3"/>
            </p:cNvCxnSpPr>
            <p:nvPr/>
          </p:nvCxnSpPr>
          <p:spPr>
            <a:xfrm flipH="1" flipV="1">
              <a:off x="3487781" y="4398983"/>
              <a:ext cx="31346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5" name="Connector: Elbow 434">
              <a:extLst>
                <a:ext uri="{FF2B5EF4-FFF2-40B4-BE49-F238E27FC236}">
                  <a16:creationId xmlns:a16="http://schemas.microsoft.com/office/drawing/2014/main" id="{5B88654D-5C1E-2289-171F-1EA723F362F8}"/>
                </a:ext>
              </a:extLst>
            </p:cNvPr>
            <p:cNvCxnSpPr>
              <a:cxnSpLocks/>
              <a:endCxn id="317" idx="1"/>
            </p:cNvCxnSpPr>
            <p:nvPr/>
          </p:nvCxnSpPr>
          <p:spPr>
            <a:xfrm flipV="1">
              <a:off x="5018414" y="1269522"/>
              <a:ext cx="543651" cy="452210"/>
            </a:xfrm>
            <a:prstGeom prst="bentConnector3">
              <a:avLst>
                <a:gd name="adj1" fmla="val 50000"/>
              </a:avLst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4214E2EA-C8D5-EB33-04C3-9A66111E8AC4}"/>
                </a:ext>
              </a:extLst>
            </p:cNvPr>
            <p:cNvGrpSpPr/>
            <p:nvPr/>
          </p:nvGrpSpPr>
          <p:grpSpPr>
            <a:xfrm>
              <a:off x="382008" y="688506"/>
              <a:ext cx="7595966" cy="4281311"/>
              <a:chOff x="2385714" y="695303"/>
              <a:chExt cx="5575204" cy="2763555"/>
            </a:xfrm>
          </p:grpSpPr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A5E25762-BBA3-171C-D3F6-542B0C5870AF}"/>
                  </a:ext>
                </a:extLst>
              </p:cNvPr>
              <p:cNvGrpSpPr/>
              <p:nvPr/>
            </p:nvGrpSpPr>
            <p:grpSpPr>
              <a:xfrm>
                <a:off x="2385714" y="695303"/>
                <a:ext cx="5575204" cy="2763555"/>
                <a:chOff x="1859454" y="51511"/>
                <a:chExt cx="8523819" cy="2944832"/>
              </a:xfrm>
            </p:grpSpPr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47BAFB71-B2BD-F145-4D14-28CD51867B7A}"/>
                    </a:ext>
                  </a:extLst>
                </p:cNvPr>
                <p:cNvGrpSpPr/>
                <p:nvPr/>
              </p:nvGrpSpPr>
              <p:grpSpPr>
                <a:xfrm>
                  <a:off x="4678861" y="51511"/>
                  <a:ext cx="5704412" cy="2715442"/>
                  <a:chOff x="4678861" y="51511"/>
                  <a:chExt cx="5704412" cy="2715442"/>
                </a:xfrm>
              </p:grpSpPr>
              <p:grpSp>
                <p:nvGrpSpPr>
                  <p:cNvPr id="274" name="Group 273">
                    <a:extLst>
                      <a:ext uri="{FF2B5EF4-FFF2-40B4-BE49-F238E27FC236}">
                        <a16:creationId xmlns:a16="http://schemas.microsoft.com/office/drawing/2014/main" id="{8F523FFC-742D-14CE-FF72-640EE471EC02}"/>
                      </a:ext>
                    </a:extLst>
                  </p:cNvPr>
                  <p:cNvGrpSpPr/>
                  <p:nvPr/>
                </p:nvGrpSpPr>
                <p:grpSpPr>
                  <a:xfrm>
                    <a:off x="5169259" y="51511"/>
                    <a:ext cx="1901653" cy="977915"/>
                    <a:chOff x="4594098" y="1337910"/>
                    <a:chExt cx="2175643" cy="1111369"/>
                  </a:xfrm>
                </p:grpSpPr>
                <p:sp>
                  <p:nvSpPr>
                    <p:cNvPr id="288" name="Rectangle 287">
                      <a:extLst>
                        <a:ext uri="{FF2B5EF4-FFF2-40B4-BE49-F238E27FC236}">
                          <a16:creationId xmlns:a16="http://schemas.microsoft.com/office/drawing/2014/main" id="{DB368FE4-6184-8FC8-D1F4-A7B9DB8D4E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1762" y="2078225"/>
                      <a:ext cx="1417979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laboratory</a:t>
                      </a:r>
                    </a:p>
                  </p:txBody>
                </p:sp>
                <p:sp>
                  <p:nvSpPr>
                    <p:cNvPr id="289" name="Oval 288">
                      <a:extLst>
                        <a:ext uri="{FF2B5EF4-FFF2-40B4-BE49-F238E27FC236}">
                          <a16:creationId xmlns:a16="http://schemas.microsoft.com/office/drawing/2014/main" id="{296C2D08-93F1-8619-AFD2-3D0E0E928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4098" y="1337910"/>
                      <a:ext cx="924753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50" u="sng" dirty="0" err="1">
                          <a:solidFill>
                            <a:schemeClr val="tx1"/>
                          </a:solidFill>
                        </a:rPr>
                        <a:t>l_Id</a:t>
                      </a:r>
                      <a:endParaRPr lang="en-US" sz="1050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0" name="Oval 289">
                      <a:extLst>
                        <a:ext uri="{FF2B5EF4-FFF2-40B4-BE49-F238E27FC236}">
                          <a16:creationId xmlns:a16="http://schemas.microsoft.com/office/drawing/2014/main" id="{EAC35968-FAD3-C620-53EA-1A163A9BB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84718" y="1369671"/>
                      <a:ext cx="952066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p:txBody>
                </p:sp>
                <p:cxnSp>
                  <p:nvCxnSpPr>
                    <p:cNvPr id="291" name="Straight Connector 290">
                      <a:extLst>
                        <a:ext uri="{FF2B5EF4-FFF2-40B4-BE49-F238E27FC236}">
                          <a16:creationId xmlns:a16="http://schemas.microsoft.com/office/drawing/2014/main" id="{F35F6041-81EA-7AA5-D98D-B5DDC6C4B13B}"/>
                        </a:ext>
                      </a:extLst>
                    </p:cNvPr>
                    <p:cNvCxnSpPr>
                      <a:cxnSpLocks/>
                      <a:stCxn id="289" idx="4"/>
                    </p:cNvCxnSpPr>
                    <p:nvPr/>
                  </p:nvCxnSpPr>
                  <p:spPr>
                    <a:xfrm>
                      <a:off x="5056475" y="1776726"/>
                      <a:ext cx="540019" cy="30403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" name="Straight Connector 293">
                      <a:extLst>
                        <a:ext uri="{FF2B5EF4-FFF2-40B4-BE49-F238E27FC236}">
                          <a16:creationId xmlns:a16="http://schemas.microsoft.com/office/drawing/2014/main" id="{F86E90BD-8BAE-ABEB-E877-5DF214AE933E}"/>
                        </a:ext>
                      </a:extLst>
                    </p:cNvPr>
                    <p:cNvCxnSpPr>
                      <a:cxnSpLocks/>
                      <a:stCxn id="290" idx="4"/>
                      <a:endCxn id="288" idx="0"/>
                    </p:cNvCxnSpPr>
                    <p:nvPr/>
                  </p:nvCxnSpPr>
                  <p:spPr>
                    <a:xfrm>
                      <a:off x="6060751" y="1808487"/>
                      <a:ext cx="1" cy="269738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17" name="Diamond 316">
                    <a:extLst>
                      <a:ext uri="{FF2B5EF4-FFF2-40B4-BE49-F238E27FC236}">
                        <a16:creationId xmlns:a16="http://schemas.microsoft.com/office/drawing/2014/main" id="{B94A1598-A999-FD57-C5B3-5499A2C1541F}"/>
                      </a:ext>
                    </a:extLst>
                  </p:cNvPr>
                  <p:cNvSpPr/>
                  <p:nvPr/>
                </p:nvSpPr>
                <p:spPr>
                  <a:xfrm>
                    <a:off x="7672259" y="76384"/>
                    <a:ext cx="1345147" cy="749539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dirty="0" err="1">
                        <a:solidFill>
                          <a:schemeClr val="tx1"/>
                        </a:solidFill>
                      </a:rPr>
                      <a:t>Attached_to</a:t>
                    </a:r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19" name="Straight Connector 318">
                    <a:extLst>
                      <a:ext uri="{FF2B5EF4-FFF2-40B4-BE49-F238E27FC236}">
                        <a16:creationId xmlns:a16="http://schemas.microsoft.com/office/drawing/2014/main" id="{35D2CFEC-D6AA-156F-052D-4E02B625428A}"/>
                      </a:ext>
                    </a:extLst>
                  </p:cNvPr>
                  <p:cNvCxnSpPr>
                    <a:cxnSpLocks/>
                    <a:stCxn id="317" idx="3"/>
                    <a:endCxn id="233" idx="1"/>
                  </p:cNvCxnSpPr>
                  <p:nvPr/>
                </p:nvCxnSpPr>
                <p:spPr>
                  <a:xfrm flipV="1">
                    <a:off x="9017406" y="441948"/>
                    <a:ext cx="1365867" cy="9206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Connector: Elbow 327">
                    <a:extLst>
                      <a:ext uri="{FF2B5EF4-FFF2-40B4-BE49-F238E27FC236}">
                        <a16:creationId xmlns:a16="http://schemas.microsoft.com/office/drawing/2014/main" id="{1F2BA140-9372-3BFF-8DCD-4F1A1ADA3D04}"/>
                      </a:ext>
                    </a:extLst>
                  </p:cNvPr>
                  <p:cNvCxnSpPr>
                    <a:cxnSpLocks/>
                    <a:stCxn id="288" idx="3"/>
                    <a:endCxn id="444" idx="1"/>
                  </p:cNvCxnSpPr>
                  <p:nvPr/>
                </p:nvCxnSpPr>
                <p:spPr>
                  <a:xfrm>
                    <a:off x="7070911" y="866178"/>
                    <a:ext cx="967292" cy="1205812"/>
                  </a:xfrm>
                  <a:prstGeom prst="bentConnector3">
                    <a:avLst>
                      <a:gd name="adj1" fmla="val 59945"/>
                    </a:avLst>
                  </a:prstGeom>
                  <a:ln w="571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5" name="Diamond 334">
                    <a:extLst>
                      <a:ext uri="{FF2B5EF4-FFF2-40B4-BE49-F238E27FC236}">
                        <a16:creationId xmlns:a16="http://schemas.microsoft.com/office/drawing/2014/main" id="{E84CE3A1-12B4-6424-3720-D308330D4B0B}"/>
                      </a:ext>
                    </a:extLst>
                  </p:cNvPr>
                  <p:cNvSpPr/>
                  <p:nvPr/>
                </p:nvSpPr>
                <p:spPr>
                  <a:xfrm>
                    <a:off x="5822794" y="1229370"/>
                    <a:ext cx="1239406" cy="785279"/>
                  </a:xfrm>
                  <a:prstGeom prst="diamond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100" dirty="0"/>
                      <a:t>hosts</a:t>
                    </a:r>
                  </a:p>
                </p:txBody>
              </p: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AE9F4B92-538A-1D61-9ED5-0AD9F74F6BB3}"/>
                      </a:ext>
                    </a:extLst>
                  </p:cNvPr>
                  <p:cNvCxnSpPr>
                    <a:cxnSpLocks/>
                    <a:stCxn id="335" idx="0"/>
                    <a:endCxn id="288" idx="2"/>
                  </p:cNvCxnSpPr>
                  <p:nvPr/>
                </p:nvCxnSpPr>
                <p:spPr>
                  <a:xfrm flipV="1">
                    <a:off x="6442497" y="1029427"/>
                    <a:ext cx="8711" cy="1999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CDDA4098-9ED0-20F7-03E4-BDF588EC7FBF}"/>
                      </a:ext>
                    </a:extLst>
                  </p:cNvPr>
                  <p:cNvSpPr/>
                  <p:nvPr/>
                </p:nvSpPr>
                <p:spPr>
                  <a:xfrm>
                    <a:off x="5696351" y="2440455"/>
                    <a:ext cx="1446872" cy="32649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 err="1">
                        <a:solidFill>
                          <a:schemeClr val="tx1"/>
                        </a:solidFill>
                      </a:rPr>
                      <a:t>Equipment_units</a:t>
                    </a:r>
                    <a:endParaRPr lang="en-US" sz="105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E0D3BFD1-F482-556D-38C4-C1B550A3CDFA}"/>
                      </a:ext>
                    </a:extLst>
                  </p:cNvPr>
                  <p:cNvCxnSpPr>
                    <a:cxnSpLocks/>
                    <a:stCxn id="335" idx="2"/>
                    <a:endCxn id="342" idx="0"/>
                  </p:cNvCxnSpPr>
                  <p:nvPr/>
                </p:nvCxnSpPr>
                <p:spPr>
                  <a:xfrm flipH="1">
                    <a:off x="6419787" y="2014649"/>
                    <a:ext cx="22710" cy="425806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6" name="Oval 345">
                    <a:extLst>
                      <a:ext uri="{FF2B5EF4-FFF2-40B4-BE49-F238E27FC236}">
                        <a16:creationId xmlns:a16="http://schemas.microsoft.com/office/drawing/2014/main" id="{FCEEC795-F8C4-BF48-E95B-44E5FBEB4D53}"/>
                      </a:ext>
                    </a:extLst>
                  </p:cNvPr>
                  <p:cNvSpPr/>
                  <p:nvPr/>
                </p:nvSpPr>
                <p:spPr>
                  <a:xfrm>
                    <a:off x="4678861" y="1082054"/>
                    <a:ext cx="1078287" cy="30592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>
                        <a:solidFill>
                          <a:schemeClr val="tx1"/>
                        </a:solidFill>
                      </a:rPr>
                      <a:t>location</a:t>
                    </a:r>
                  </a:p>
                </p:txBody>
              </p: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A0B463E8-02AB-5531-123B-B632ECE8E7D4}"/>
                      </a:ext>
                    </a:extLst>
                  </p:cNvPr>
                  <p:cNvCxnSpPr>
                    <a:cxnSpLocks/>
                    <a:stCxn id="346" idx="4"/>
                    <a:endCxn id="335" idx="1"/>
                  </p:cNvCxnSpPr>
                  <p:nvPr/>
                </p:nvCxnSpPr>
                <p:spPr>
                  <a:xfrm>
                    <a:off x="5218005" y="1387979"/>
                    <a:ext cx="604789" cy="23403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1" name="Oval 350">
                    <a:extLst>
                      <a:ext uri="{FF2B5EF4-FFF2-40B4-BE49-F238E27FC236}">
                        <a16:creationId xmlns:a16="http://schemas.microsoft.com/office/drawing/2014/main" id="{C1F57DFC-FF8E-7DAF-F3A3-134AB53CDB8A}"/>
                      </a:ext>
                    </a:extLst>
                  </p:cNvPr>
                  <p:cNvSpPr/>
                  <p:nvPr/>
                </p:nvSpPr>
                <p:spPr>
                  <a:xfrm>
                    <a:off x="4694741" y="1917079"/>
                    <a:ext cx="1236481" cy="30592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>
                        <a:solidFill>
                          <a:schemeClr val="tx1"/>
                        </a:solidFill>
                      </a:rPr>
                      <a:t>portability</a:t>
                    </a:r>
                  </a:p>
                </p:txBody>
              </p: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3DAB3114-1D62-ED94-4D91-266DC7697C1C}"/>
                      </a:ext>
                    </a:extLst>
                  </p:cNvPr>
                  <p:cNvCxnSpPr>
                    <a:cxnSpLocks/>
                    <a:stCxn id="351" idx="4"/>
                  </p:cNvCxnSpPr>
                  <p:nvPr/>
                </p:nvCxnSpPr>
                <p:spPr>
                  <a:xfrm>
                    <a:off x="5312982" y="2223004"/>
                    <a:ext cx="628417" cy="21745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5" name="Oval 364">
                    <a:extLst>
                      <a:ext uri="{FF2B5EF4-FFF2-40B4-BE49-F238E27FC236}">
                        <a16:creationId xmlns:a16="http://schemas.microsoft.com/office/drawing/2014/main" id="{0233BE01-1FB9-60A0-484D-F046A1D6CCF3}"/>
                      </a:ext>
                    </a:extLst>
                  </p:cNvPr>
                  <p:cNvSpPr/>
                  <p:nvPr/>
                </p:nvSpPr>
                <p:spPr>
                  <a:xfrm>
                    <a:off x="6621023" y="1953403"/>
                    <a:ext cx="904441" cy="30592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00" u="sng" dirty="0" err="1">
                        <a:solidFill>
                          <a:schemeClr val="tx1"/>
                        </a:solidFill>
                      </a:rPr>
                      <a:t>eqU_id</a:t>
                    </a:r>
                    <a:endParaRPr lang="en-US" sz="1000" u="sng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B91D6C85-3202-307C-D41C-01178823FEED}"/>
                      </a:ext>
                    </a:extLst>
                  </p:cNvPr>
                  <p:cNvCxnSpPr>
                    <a:cxnSpLocks/>
                    <a:stCxn id="365" idx="4"/>
                  </p:cNvCxnSpPr>
                  <p:nvPr/>
                </p:nvCxnSpPr>
                <p:spPr>
                  <a:xfrm flipH="1">
                    <a:off x="6914984" y="2259328"/>
                    <a:ext cx="158261" cy="18112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D1AF53E5-9F45-E06D-C9AF-A375630E5D87}"/>
                    </a:ext>
                  </a:extLst>
                </p:cNvPr>
                <p:cNvGrpSpPr/>
                <p:nvPr/>
              </p:nvGrpSpPr>
              <p:grpSpPr>
                <a:xfrm>
                  <a:off x="1859454" y="1917078"/>
                  <a:ext cx="3485145" cy="1079265"/>
                  <a:chOff x="1859454" y="1917078"/>
                  <a:chExt cx="3485145" cy="1079265"/>
                </a:xfrm>
              </p:grpSpPr>
              <p:sp>
                <p:nvSpPr>
                  <p:cNvPr id="378" name="Diamond 377">
                    <a:extLst>
                      <a:ext uri="{FF2B5EF4-FFF2-40B4-BE49-F238E27FC236}">
                        <a16:creationId xmlns:a16="http://schemas.microsoft.com/office/drawing/2014/main" id="{304EF1E0-BC89-33E0-D43F-EB05536ECEF1}"/>
                      </a:ext>
                    </a:extLst>
                  </p:cNvPr>
                  <p:cNvSpPr/>
                  <p:nvPr/>
                </p:nvSpPr>
                <p:spPr>
                  <a:xfrm>
                    <a:off x="3565131" y="2211064"/>
                    <a:ext cx="1779468" cy="785279"/>
                  </a:xfrm>
                  <a:prstGeom prst="diamond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dirty="0" err="1"/>
                      <a:t>Correspond_to</a:t>
                    </a:r>
                    <a:endParaRPr lang="en-US" sz="900" dirty="0"/>
                  </a:p>
                </p:txBody>
              </p:sp>
              <p:sp>
                <p:nvSpPr>
                  <p:cNvPr id="384" name="Rectangle 383">
                    <a:extLst>
                      <a:ext uri="{FF2B5EF4-FFF2-40B4-BE49-F238E27FC236}">
                        <a16:creationId xmlns:a16="http://schemas.microsoft.com/office/drawing/2014/main" id="{C3C2B9D7-619A-B8B7-3157-2E12FFE3EFAA}"/>
                      </a:ext>
                    </a:extLst>
                  </p:cNvPr>
                  <p:cNvSpPr/>
                  <p:nvPr/>
                </p:nvSpPr>
                <p:spPr>
                  <a:xfrm>
                    <a:off x="2006215" y="2440455"/>
                    <a:ext cx="1446871" cy="32649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 err="1">
                        <a:solidFill>
                          <a:schemeClr val="tx1"/>
                        </a:solidFill>
                      </a:rPr>
                      <a:t>Equipment_model</a:t>
                    </a:r>
                    <a:endParaRPr lang="en-US" sz="105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FFA0A989-4E7D-A7F1-E39F-422637AAE25E}"/>
                      </a:ext>
                    </a:extLst>
                  </p:cNvPr>
                  <p:cNvCxnSpPr>
                    <a:cxnSpLocks/>
                    <a:stCxn id="378" idx="1"/>
                    <a:endCxn id="384" idx="3"/>
                  </p:cNvCxnSpPr>
                  <p:nvPr/>
                </p:nvCxnSpPr>
                <p:spPr>
                  <a:xfrm flipH="1">
                    <a:off x="3453085" y="2603704"/>
                    <a:ext cx="112046" cy="1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0" name="Oval 389">
                    <a:extLst>
                      <a:ext uri="{FF2B5EF4-FFF2-40B4-BE49-F238E27FC236}">
                        <a16:creationId xmlns:a16="http://schemas.microsoft.com/office/drawing/2014/main" id="{2F2B6996-9870-4EA4-340E-FD08FA6E441B}"/>
                      </a:ext>
                    </a:extLst>
                  </p:cNvPr>
                  <p:cNvSpPr/>
                  <p:nvPr/>
                </p:nvSpPr>
                <p:spPr>
                  <a:xfrm>
                    <a:off x="1859454" y="1917078"/>
                    <a:ext cx="1756050" cy="30592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u="sng" dirty="0" err="1">
                        <a:solidFill>
                          <a:schemeClr val="tx1"/>
                        </a:solidFill>
                      </a:rPr>
                      <a:t>Store_model_id</a:t>
                    </a:r>
                    <a:endParaRPr lang="en-US" sz="1050" u="sng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2886B0FD-3087-41D6-9FB4-0C76A0156471}"/>
                      </a:ext>
                    </a:extLst>
                  </p:cNvPr>
                  <p:cNvCxnSpPr>
                    <a:cxnSpLocks/>
                    <a:stCxn id="390" idx="4"/>
                    <a:endCxn id="384" idx="0"/>
                  </p:cNvCxnSpPr>
                  <p:nvPr/>
                </p:nvCxnSpPr>
                <p:spPr>
                  <a:xfrm flipH="1">
                    <a:off x="2729651" y="2223003"/>
                    <a:ext cx="7827" cy="21745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44" name="Diamond 443">
                <a:extLst>
                  <a:ext uri="{FF2B5EF4-FFF2-40B4-BE49-F238E27FC236}">
                    <a16:creationId xmlns:a16="http://schemas.microsoft.com/office/drawing/2014/main" id="{2081F1FE-7E4D-E948-C493-3499A8E26B6D}"/>
                  </a:ext>
                </a:extLst>
              </p:cNvPr>
              <p:cNvSpPr/>
              <p:nvPr/>
            </p:nvSpPr>
            <p:spPr>
              <a:xfrm>
                <a:off x="6427070" y="2301108"/>
                <a:ext cx="1212395" cy="580594"/>
              </a:xfrm>
              <a:prstGeom prst="diamond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 err="1">
                    <a:solidFill>
                      <a:schemeClr val="tx1"/>
                    </a:solidFill>
                  </a:rPr>
                  <a:t>Supervised_by</a:t>
                </a:r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50" name="Connector: Elbow 449">
              <a:extLst>
                <a:ext uri="{FF2B5EF4-FFF2-40B4-BE49-F238E27FC236}">
                  <a16:creationId xmlns:a16="http://schemas.microsoft.com/office/drawing/2014/main" id="{93D83F51-C9FD-D765-ADD4-4E64C70A4A85}"/>
                </a:ext>
              </a:extLst>
            </p:cNvPr>
            <p:cNvCxnSpPr>
              <a:cxnSpLocks/>
              <a:stCxn id="444" idx="3"/>
              <a:endCxn id="226" idx="1"/>
            </p:cNvCxnSpPr>
            <p:nvPr/>
          </p:nvCxnSpPr>
          <p:spPr>
            <a:xfrm>
              <a:off x="7540009" y="3625956"/>
              <a:ext cx="332765" cy="413163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456691E5-BFED-6FD3-06D4-BC496442D315}"/>
                </a:ext>
              </a:extLst>
            </p:cNvPr>
            <p:cNvSpPr txBox="1"/>
            <p:nvPr/>
          </p:nvSpPr>
          <p:spPr>
            <a:xfrm>
              <a:off x="693919" y="303083"/>
              <a:ext cx="4531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Laboratories, </a:t>
              </a:r>
              <a:r>
                <a:rPr lang="en-US" b="1" dirty="0" err="1"/>
                <a:t>Equipments</a:t>
              </a:r>
              <a:r>
                <a:rPr lang="en-US" b="1" dirty="0"/>
                <a:t> Units &amp; models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776D265-C78C-A20A-324B-BF34C2747519}"/>
                </a:ext>
              </a:extLst>
            </p:cNvPr>
            <p:cNvSpPr txBox="1"/>
            <p:nvPr/>
          </p:nvSpPr>
          <p:spPr>
            <a:xfrm rot="16200000">
              <a:off x="3312660" y="2116284"/>
              <a:ext cx="18313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</a:t>
              </a:r>
            </a:p>
            <a:p>
              <a:r>
                <a:rPr lang="en-US" sz="1100" dirty="0"/>
                <a:t>I</a:t>
              </a:r>
            </a:p>
            <a:p>
              <a:r>
                <a:rPr lang="en-US" sz="1100" dirty="0"/>
                <a:t>I</a:t>
              </a:r>
            </a:p>
            <a:p>
              <a:r>
                <a:rPr lang="en-US" sz="11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7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843A2A-7608-79A3-2A6E-2BEDFB7467FD}"/>
              </a:ext>
            </a:extLst>
          </p:cNvPr>
          <p:cNvGrpSpPr/>
          <p:nvPr/>
        </p:nvGrpSpPr>
        <p:grpSpPr>
          <a:xfrm>
            <a:off x="46172" y="1142944"/>
            <a:ext cx="6229350" cy="2884907"/>
            <a:chOff x="2453881" y="715871"/>
            <a:chExt cx="7976010" cy="34069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B4D616-944A-4BC9-9801-1A69C7D96AA6}"/>
                </a:ext>
              </a:extLst>
            </p:cNvPr>
            <p:cNvGrpSpPr/>
            <p:nvPr/>
          </p:nvGrpSpPr>
          <p:grpSpPr>
            <a:xfrm>
              <a:off x="7231045" y="725416"/>
              <a:ext cx="3198846" cy="3397430"/>
              <a:chOff x="4552122" y="246909"/>
              <a:chExt cx="3657600" cy="365585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FA1FCA6-B2D3-A629-CA39-551ECE8BB4E0}"/>
                  </a:ext>
                </a:extLst>
              </p:cNvPr>
              <p:cNvGrpSpPr/>
              <p:nvPr/>
            </p:nvGrpSpPr>
            <p:grpSpPr>
              <a:xfrm>
                <a:off x="4552122" y="246909"/>
                <a:ext cx="3657600" cy="3655850"/>
                <a:chOff x="3915604" y="743412"/>
                <a:chExt cx="5533189" cy="5547007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C98EA6AB-4B79-C72D-4C65-FC74673168D3}"/>
                    </a:ext>
                  </a:extLst>
                </p:cNvPr>
                <p:cNvGrpSpPr/>
                <p:nvPr/>
              </p:nvGrpSpPr>
              <p:grpSpPr>
                <a:xfrm>
                  <a:off x="3915604" y="743412"/>
                  <a:ext cx="5533189" cy="3960004"/>
                  <a:chOff x="3425274" y="1355908"/>
                  <a:chExt cx="6330412" cy="4500414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82EDD463-AC4A-BF33-734D-4D518BEEFA1F}"/>
                      </a:ext>
                    </a:extLst>
                  </p:cNvPr>
                  <p:cNvSpPr/>
                  <p:nvPr/>
                </p:nvSpPr>
                <p:spPr>
                  <a:xfrm>
                    <a:off x="4929810" y="2093851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Person</a:t>
                    </a:r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08F15238-DF26-137D-DCD2-431206B45A38}"/>
                      </a:ext>
                    </a:extLst>
                  </p:cNvPr>
                  <p:cNvSpPr/>
                  <p:nvPr/>
                </p:nvSpPr>
                <p:spPr>
                  <a:xfrm>
                    <a:off x="3987085" y="1399254"/>
                    <a:ext cx="1122036" cy="41070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u="sng" dirty="0" err="1">
                        <a:solidFill>
                          <a:schemeClr val="tx1"/>
                        </a:solidFill>
                      </a:rPr>
                      <a:t>p_Id</a:t>
                    </a:r>
                    <a:endParaRPr lang="en-US" sz="400" u="sng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DB57A0F9-2BB9-4439-9825-DD3BB3E937E5}"/>
                      </a:ext>
                    </a:extLst>
                  </p:cNvPr>
                  <p:cNvSpPr/>
                  <p:nvPr/>
                </p:nvSpPr>
                <p:spPr>
                  <a:xfrm>
                    <a:off x="5171457" y="1355908"/>
                    <a:ext cx="952065" cy="438817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>
                        <a:solidFill>
                          <a:schemeClr val="tx1"/>
                        </a:solidFill>
                      </a:rPr>
                      <a:t>name</a:t>
                    </a:r>
                  </a:p>
                </p:txBody>
              </p: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D63BB534-5A57-327B-5269-169E710A4A83}"/>
                      </a:ext>
                    </a:extLst>
                  </p:cNvPr>
                  <p:cNvCxnSpPr>
                    <a:cxnSpLocks/>
                    <a:stCxn id="55" idx="4"/>
                  </p:cNvCxnSpPr>
                  <p:nvPr/>
                </p:nvCxnSpPr>
                <p:spPr>
                  <a:xfrm>
                    <a:off x="4548103" y="1809959"/>
                    <a:ext cx="561018" cy="27008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DCCF98C8-4271-AA5B-28E0-31882DB02391}"/>
                      </a:ext>
                    </a:extLst>
                  </p:cNvPr>
                  <p:cNvCxnSpPr>
                    <a:cxnSpLocks/>
                    <a:stCxn id="54" idx="2"/>
                    <a:endCxn id="59" idx="0"/>
                  </p:cNvCxnSpPr>
                  <p:nvPr/>
                </p:nvCxnSpPr>
                <p:spPr>
                  <a:xfrm>
                    <a:off x="5638800" y="2464905"/>
                    <a:ext cx="20515" cy="4174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Isosceles Triangle 58">
                    <a:extLst>
                      <a:ext uri="{FF2B5EF4-FFF2-40B4-BE49-F238E27FC236}">
                        <a16:creationId xmlns:a16="http://schemas.microsoft.com/office/drawing/2014/main" id="{2F818F3B-20CB-FA09-C31A-C6B4589559A5}"/>
                      </a:ext>
                    </a:extLst>
                  </p:cNvPr>
                  <p:cNvSpPr/>
                  <p:nvPr/>
                </p:nvSpPr>
                <p:spPr>
                  <a:xfrm>
                    <a:off x="5109126" y="2882348"/>
                    <a:ext cx="1113110" cy="616226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EF992D83-F528-4A0E-FA9C-DCE1954B6636}"/>
                      </a:ext>
                    </a:extLst>
                  </p:cNvPr>
                  <p:cNvCxnSpPr>
                    <a:cxnSpLocks/>
                    <a:stCxn id="56" idx="4"/>
                    <a:endCxn id="54" idx="0"/>
                  </p:cNvCxnSpPr>
                  <p:nvPr/>
                </p:nvCxnSpPr>
                <p:spPr>
                  <a:xfrm flipH="1">
                    <a:off x="5638801" y="1794725"/>
                    <a:ext cx="8689" cy="29912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CFF17767-705D-FCB9-0FE2-BBA436310185}"/>
                      </a:ext>
                    </a:extLst>
                  </p:cNvPr>
                  <p:cNvSpPr/>
                  <p:nvPr/>
                </p:nvSpPr>
                <p:spPr>
                  <a:xfrm>
                    <a:off x="4036362" y="3795747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Student</a:t>
                    </a: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D0E0541C-F4DD-9BBD-7FE1-A3A5661A18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807192" y="3498576"/>
                    <a:ext cx="301935" cy="29717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934D91D0-66F2-01EE-00FE-F89ECB4BA84C}"/>
                      </a:ext>
                    </a:extLst>
                  </p:cNvPr>
                  <p:cNvSpPr/>
                  <p:nvPr/>
                </p:nvSpPr>
                <p:spPr>
                  <a:xfrm>
                    <a:off x="6028668" y="3795747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Employee</a:t>
                    </a:r>
                  </a:p>
                </p:txBody>
              </p: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A42643EA-5C5C-774D-B78C-1C2610482187}"/>
                      </a:ext>
                    </a:extLst>
                  </p:cNvPr>
                  <p:cNvCxnSpPr>
                    <a:cxnSpLocks/>
                    <a:stCxn id="59" idx="4"/>
                  </p:cNvCxnSpPr>
                  <p:nvPr/>
                </p:nvCxnSpPr>
                <p:spPr>
                  <a:xfrm>
                    <a:off x="6222236" y="3498574"/>
                    <a:ext cx="330965" cy="29717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AE20DD7F-77D3-B2CC-4B66-10D3137929AE}"/>
                      </a:ext>
                    </a:extLst>
                  </p:cNvPr>
                  <p:cNvSpPr/>
                  <p:nvPr/>
                </p:nvSpPr>
                <p:spPr>
                  <a:xfrm>
                    <a:off x="3425274" y="3074628"/>
                    <a:ext cx="1564169" cy="43881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>
                        <a:solidFill>
                          <a:schemeClr val="tx1"/>
                        </a:solidFill>
                      </a:rPr>
                      <a:t>academic_enrollment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E060D426-F15A-EF90-4D73-6AC33179A10C}"/>
                      </a:ext>
                    </a:extLst>
                  </p:cNvPr>
                  <p:cNvCxnSpPr>
                    <a:cxnSpLocks/>
                    <a:stCxn id="65" idx="4"/>
                  </p:cNvCxnSpPr>
                  <p:nvPr/>
                </p:nvCxnSpPr>
                <p:spPr>
                  <a:xfrm>
                    <a:off x="4207359" y="3513444"/>
                    <a:ext cx="92847" cy="28230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125DE8B7-4413-23D2-CC16-F582DF05045D}"/>
                      </a:ext>
                    </a:extLst>
                  </p:cNvPr>
                  <p:cNvSpPr/>
                  <p:nvPr/>
                </p:nvSpPr>
                <p:spPr>
                  <a:xfrm>
                    <a:off x="6441065" y="3059757"/>
                    <a:ext cx="1662581" cy="52999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 err="1">
                        <a:solidFill>
                          <a:schemeClr val="tx1"/>
                        </a:solidFill>
                      </a:rPr>
                      <a:t>phone_num</a:t>
                    </a:r>
                    <a:endParaRPr lang="en-US" sz="4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54E6F065-C3DE-4BC8-6822-8ABB56C13A50}"/>
                      </a:ext>
                    </a:extLst>
                  </p:cNvPr>
                  <p:cNvCxnSpPr>
                    <a:cxnSpLocks/>
                    <a:stCxn id="67" idx="4"/>
                  </p:cNvCxnSpPr>
                  <p:nvPr/>
                </p:nvCxnSpPr>
                <p:spPr>
                  <a:xfrm flipH="1">
                    <a:off x="6722444" y="3589756"/>
                    <a:ext cx="549912" cy="20598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" name="Diamond 68">
                    <a:extLst>
                      <a:ext uri="{FF2B5EF4-FFF2-40B4-BE49-F238E27FC236}">
                        <a16:creationId xmlns:a16="http://schemas.microsoft.com/office/drawing/2014/main" id="{1B2BE355-72CF-DDC1-C3AB-AAEFB0A28352}"/>
                      </a:ext>
                    </a:extLst>
                  </p:cNvPr>
                  <p:cNvSpPr/>
                  <p:nvPr/>
                </p:nvSpPr>
                <p:spPr>
                  <a:xfrm>
                    <a:off x="8568544" y="3429000"/>
                    <a:ext cx="1187142" cy="1134064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 err="1">
                        <a:solidFill>
                          <a:schemeClr val="tx1"/>
                        </a:solidFill>
                      </a:rPr>
                      <a:t>report_to</a:t>
                    </a:r>
                    <a:endParaRPr lang="en-US" sz="4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DE60A2F3-5069-E519-CAC7-D7F1BE99CC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46649" y="4065606"/>
                    <a:ext cx="1187142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54C3CA3B-5323-00F5-69E8-CBA14A1E3DFB}"/>
                      </a:ext>
                    </a:extLst>
                  </p:cNvPr>
                  <p:cNvCxnSpPr>
                    <a:cxnSpLocks/>
                    <a:endCxn id="72" idx="0"/>
                  </p:cNvCxnSpPr>
                  <p:nvPr/>
                </p:nvCxnSpPr>
                <p:spPr>
                  <a:xfrm>
                    <a:off x="6698148" y="4166801"/>
                    <a:ext cx="23809" cy="4174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Isosceles Triangle 71">
                    <a:extLst>
                      <a:ext uri="{FF2B5EF4-FFF2-40B4-BE49-F238E27FC236}">
                        <a16:creationId xmlns:a16="http://schemas.microsoft.com/office/drawing/2014/main" id="{DEF179FC-CAB4-1F28-6D3F-7F30EDF29A35}"/>
                      </a:ext>
                    </a:extLst>
                  </p:cNvPr>
                  <p:cNvSpPr/>
                  <p:nvPr/>
                </p:nvSpPr>
                <p:spPr>
                  <a:xfrm>
                    <a:off x="6168473" y="4584243"/>
                    <a:ext cx="1119775" cy="616226"/>
                  </a:xfrm>
                  <a:prstGeom prst="triangle">
                    <a:avLst>
                      <a:gd name="adj" fmla="val 49428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b="1" dirty="0">
                        <a:solidFill>
                          <a:srgbClr val="FFC000"/>
                        </a:solidFill>
                      </a:rPr>
                      <a:t>ISA</a:t>
                    </a:r>
                  </a:p>
                </p:txBody>
              </p: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1D038AA0-A099-84F0-F257-2B58A69E04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66538" y="5200471"/>
                    <a:ext cx="301935" cy="29717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D106EA6C-8838-01DB-9091-A4D7387220E0}"/>
                      </a:ext>
                    </a:extLst>
                  </p:cNvPr>
                  <p:cNvCxnSpPr>
                    <a:cxnSpLocks/>
                    <a:stCxn id="72" idx="4"/>
                  </p:cNvCxnSpPr>
                  <p:nvPr/>
                </p:nvCxnSpPr>
                <p:spPr>
                  <a:xfrm>
                    <a:off x="7288248" y="5200469"/>
                    <a:ext cx="324299" cy="29717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30248FAC-B3EE-374B-63B2-D56B4D59D302}"/>
                      </a:ext>
                    </a:extLst>
                  </p:cNvPr>
                  <p:cNvSpPr/>
                  <p:nvPr/>
                </p:nvSpPr>
                <p:spPr>
                  <a:xfrm>
                    <a:off x="5109127" y="5485268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1"/>
                        </a:solidFill>
                      </a:rPr>
                      <a:t>academic</a:t>
                    </a:r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FF61EB13-B0CA-CCC5-3008-A47D2F60B6F0}"/>
                      </a:ext>
                    </a:extLst>
                  </p:cNvPr>
                  <p:cNvSpPr/>
                  <p:nvPr/>
                </p:nvSpPr>
                <p:spPr>
                  <a:xfrm>
                    <a:off x="7083701" y="5485268"/>
                    <a:ext cx="1417981" cy="3710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 err="1">
                        <a:solidFill>
                          <a:schemeClr val="tx1"/>
                        </a:solidFill>
                      </a:rPr>
                      <a:t>non_academic</a:t>
                    </a:r>
                    <a:endParaRPr lang="en-US" sz="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Diamond 76">
                    <a:extLst>
                      <a:ext uri="{FF2B5EF4-FFF2-40B4-BE49-F238E27FC236}">
                        <a16:creationId xmlns:a16="http://schemas.microsoft.com/office/drawing/2014/main" id="{73875A39-B5FA-5234-B8EA-4FB1BB635443}"/>
                      </a:ext>
                    </a:extLst>
                  </p:cNvPr>
                  <p:cNvSpPr/>
                  <p:nvPr/>
                </p:nvSpPr>
                <p:spPr>
                  <a:xfrm>
                    <a:off x="3892892" y="4400121"/>
                    <a:ext cx="1707736" cy="851827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 err="1">
                        <a:solidFill>
                          <a:schemeClr val="tx1"/>
                        </a:solidFill>
                      </a:rPr>
                      <a:t>Supervised_by</a:t>
                    </a:r>
                    <a:endParaRPr lang="en-US" sz="4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BCB4A33E-395F-F7A8-1222-7A954BA69786}"/>
                      </a:ext>
                    </a:extLst>
                  </p:cNvPr>
                  <p:cNvCxnSpPr>
                    <a:cxnSpLocks/>
                    <a:endCxn id="77" idx="2"/>
                  </p:cNvCxnSpPr>
                  <p:nvPr/>
                </p:nvCxnSpPr>
                <p:spPr>
                  <a:xfrm flipV="1">
                    <a:off x="4745352" y="5251948"/>
                    <a:ext cx="1408" cy="418847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B102FE5E-BE48-9A64-C92E-C10C2F67C396}"/>
                      </a:ext>
                    </a:extLst>
                  </p:cNvPr>
                  <p:cNvCxnSpPr>
                    <a:cxnSpLocks/>
                    <a:endCxn id="75" idx="1"/>
                  </p:cNvCxnSpPr>
                  <p:nvPr/>
                </p:nvCxnSpPr>
                <p:spPr>
                  <a:xfrm>
                    <a:off x="4745352" y="5670795"/>
                    <a:ext cx="363775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" name="Minus Sign 79">
                    <a:extLst>
                      <a:ext uri="{FF2B5EF4-FFF2-40B4-BE49-F238E27FC236}">
                        <a16:creationId xmlns:a16="http://schemas.microsoft.com/office/drawing/2014/main" id="{E0F3E8AC-B9A4-D49F-5CBC-83323403618B}"/>
                      </a:ext>
                    </a:extLst>
                  </p:cNvPr>
                  <p:cNvSpPr/>
                  <p:nvPr/>
                </p:nvSpPr>
                <p:spPr>
                  <a:xfrm flipH="1">
                    <a:off x="4721624" y="3857548"/>
                    <a:ext cx="47455" cy="851827"/>
                  </a:xfrm>
                  <a:prstGeom prst="mathMinus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500"/>
                  </a:p>
                </p:txBody>
              </p:sp>
              <p:cxnSp>
                <p:nvCxnSpPr>
                  <p:cNvPr id="81" name="Straight Arrow Connector 80">
                    <a:extLst>
                      <a:ext uri="{FF2B5EF4-FFF2-40B4-BE49-F238E27FC236}">
                        <a16:creationId xmlns:a16="http://schemas.microsoft.com/office/drawing/2014/main" id="{9E42537C-9825-0B41-30ED-ABAE3B04C0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46649" y="3910556"/>
                    <a:ext cx="1233525" cy="0"/>
                  </a:xfrm>
                  <a:prstGeom prst="straightConnector1">
                    <a:avLst/>
                  </a:prstGeom>
                  <a:ln w="127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F3AB203C-C83E-F69B-F48E-E8A27C63B0B6}"/>
                    </a:ext>
                  </a:extLst>
                </p:cNvPr>
                <p:cNvGrpSpPr/>
                <p:nvPr/>
              </p:nvGrpSpPr>
              <p:grpSpPr>
                <a:xfrm>
                  <a:off x="5048696" y="4703413"/>
                  <a:ext cx="3823635" cy="1587006"/>
                  <a:chOff x="4881127" y="2719655"/>
                  <a:chExt cx="3290248" cy="1095439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381D91A9-EE8F-1C0F-6131-CBDFE6CB90A9}"/>
                      </a:ext>
                    </a:extLst>
                  </p:cNvPr>
                  <p:cNvGrpSpPr/>
                  <p:nvPr/>
                </p:nvGrpSpPr>
                <p:grpSpPr>
                  <a:xfrm>
                    <a:off x="5949572" y="2719657"/>
                    <a:ext cx="2221803" cy="1095437"/>
                    <a:chOff x="5208190" y="4223737"/>
                    <a:chExt cx="3376183" cy="1582523"/>
                  </a:xfrm>
                </p:grpSpPr>
                <p:cxnSp>
                  <p:nvCxnSpPr>
                    <p:cNvPr id="48" name="Straight Connector 47">
                      <a:extLst>
                        <a:ext uri="{FF2B5EF4-FFF2-40B4-BE49-F238E27FC236}">
                          <a16:creationId xmlns:a16="http://schemas.microsoft.com/office/drawing/2014/main" id="{534BDD18-7B4C-044C-BA35-79F9207B4151}"/>
                        </a:ext>
                      </a:extLst>
                    </p:cNvPr>
                    <p:cNvCxnSpPr>
                      <a:cxnSpLocks/>
                      <a:stCxn id="76" idx="2"/>
                      <a:endCxn id="49" idx="0"/>
                    </p:cNvCxnSpPr>
                    <p:nvPr/>
                  </p:nvCxnSpPr>
                  <p:spPr>
                    <a:xfrm flipH="1">
                      <a:off x="6924090" y="4223737"/>
                      <a:ext cx="170512" cy="28863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932D7B9F-53BA-905B-8AED-6D6AD1D930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84282" y="4512371"/>
                      <a:ext cx="1294424" cy="67187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id="{B08F1B4C-6431-84DD-4359-C1691C5E9CEE}"/>
                        </a:ext>
                      </a:extLst>
                    </p:cNvPr>
                    <p:cNvCxnSpPr>
                      <a:cxnSpLocks/>
                      <a:stCxn id="49" idx="2"/>
                    </p:cNvCxnSpPr>
                    <p:nvPr/>
                  </p:nvCxnSpPr>
                  <p:spPr>
                    <a:xfrm flipH="1">
                      <a:off x="6040321" y="5184247"/>
                      <a:ext cx="243961" cy="24916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Straight Connector 50">
                      <a:extLst>
                        <a:ext uri="{FF2B5EF4-FFF2-40B4-BE49-F238E27FC236}">
                          <a16:creationId xmlns:a16="http://schemas.microsoft.com/office/drawing/2014/main" id="{2E8B6775-B3B4-F3E3-BE31-32AFF3783611}"/>
                        </a:ext>
                      </a:extLst>
                    </p:cNvPr>
                    <p:cNvCxnSpPr>
                      <a:cxnSpLocks/>
                      <a:stCxn id="49" idx="4"/>
                      <a:endCxn id="53" idx="0"/>
                    </p:cNvCxnSpPr>
                    <p:nvPr/>
                  </p:nvCxnSpPr>
                  <p:spPr>
                    <a:xfrm>
                      <a:off x="7578706" y="5184247"/>
                      <a:ext cx="251397" cy="25095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A68572D7-7F60-75F0-35F4-6D73F60939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8190" y="5421036"/>
                      <a:ext cx="1417980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>
                          <a:solidFill>
                            <a:schemeClr val="tx1"/>
                          </a:solidFill>
                        </a:rPr>
                        <a:t>administrative</a:t>
                      </a:r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0F8B4126-EA6E-D930-E820-ED7E3F02BA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5833" y="5435206"/>
                      <a:ext cx="1508540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 err="1">
                          <a:solidFill>
                            <a:schemeClr val="tx1"/>
                          </a:solidFill>
                        </a:rPr>
                        <a:t>Technical_staff</a:t>
                      </a:r>
                      <a:endParaRPr lang="en-US" sz="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907E1C16-179E-A30A-84A0-9B1D03AE3CA7}"/>
                      </a:ext>
                    </a:extLst>
                  </p:cNvPr>
                  <p:cNvGrpSpPr/>
                  <p:nvPr/>
                </p:nvGrpSpPr>
                <p:grpSpPr>
                  <a:xfrm>
                    <a:off x="4881127" y="2719655"/>
                    <a:ext cx="1252600" cy="1092274"/>
                    <a:chOff x="5118145" y="4209991"/>
                    <a:chExt cx="1903414" cy="1577950"/>
                  </a:xfrm>
                </p:grpSpPr>
                <p:cxnSp>
                  <p:nvCxnSpPr>
                    <p:cNvPr id="44" name="Straight Connector 43">
                      <a:extLst>
                        <a:ext uri="{FF2B5EF4-FFF2-40B4-BE49-F238E27FC236}">
                          <a16:creationId xmlns:a16="http://schemas.microsoft.com/office/drawing/2014/main" id="{8B006C89-39D6-C288-A125-57E036AA61CD}"/>
                        </a:ext>
                      </a:extLst>
                    </p:cNvPr>
                    <p:cNvCxnSpPr>
                      <a:cxnSpLocks/>
                      <a:stCxn id="75" idx="2"/>
                      <a:endCxn id="45" idx="0"/>
                    </p:cNvCxnSpPr>
                    <p:nvPr/>
                  </p:nvCxnSpPr>
                  <p:spPr>
                    <a:xfrm flipH="1">
                      <a:off x="6366942" y="4209991"/>
                      <a:ext cx="4411" cy="257544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Isosceles Triangle 44">
                      <a:extLst>
                        <a:ext uri="{FF2B5EF4-FFF2-40B4-BE49-F238E27FC236}">
                          <a16:creationId xmlns:a16="http://schemas.microsoft.com/office/drawing/2014/main" id="{CF816700-D39E-3DAD-7C1A-8BCAC2D43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27134" y="4467535"/>
                      <a:ext cx="1294425" cy="68424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46" name="Straight Connector 45">
                      <a:extLst>
                        <a:ext uri="{FF2B5EF4-FFF2-40B4-BE49-F238E27FC236}">
                          <a16:creationId xmlns:a16="http://schemas.microsoft.com/office/drawing/2014/main" id="{1909ED9C-42C2-EC4A-19D4-3181F47A400B}"/>
                        </a:ext>
                      </a:extLst>
                    </p:cNvPr>
                    <p:cNvCxnSpPr>
                      <a:cxnSpLocks/>
                      <a:stCxn id="45" idx="3"/>
                      <a:endCxn id="47" idx="0"/>
                    </p:cNvCxnSpPr>
                    <p:nvPr/>
                  </p:nvCxnSpPr>
                  <p:spPr>
                    <a:xfrm flipH="1">
                      <a:off x="5827136" y="5151782"/>
                      <a:ext cx="539806" cy="265106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C892A839-D472-5D5C-6387-4C96B3CEA2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18145" y="5416887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p:txBody>
                </p:sp>
              </p:grpSp>
            </p:grp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5E4A320-DD3A-5D80-8DB3-C2B8B3D1EC57}"/>
                  </a:ext>
                </a:extLst>
              </p:cNvPr>
              <p:cNvSpPr/>
              <p:nvPr/>
            </p:nvSpPr>
            <p:spPr>
              <a:xfrm>
                <a:off x="6147138" y="250915"/>
                <a:ext cx="819280" cy="22940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" dirty="0">
                    <a:solidFill>
                      <a:schemeClr val="tx1"/>
                    </a:solidFill>
                  </a:rPr>
                  <a:t>approval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4545D7A-B214-4785-CC76-83017AFB875D}"/>
                  </a:ext>
                </a:extLst>
              </p:cNvPr>
              <p:cNvCxnSpPr>
                <a:cxnSpLocks/>
                <a:stCxn id="38" idx="4"/>
              </p:cNvCxnSpPr>
              <p:nvPr/>
            </p:nvCxnSpPr>
            <p:spPr>
              <a:xfrm flipH="1">
                <a:off x="6175499" y="480319"/>
                <a:ext cx="381280" cy="1981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694FD3-D1B9-875E-3F8B-9CFC91377947}"/>
                </a:ext>
              </a:extLst>
            </p:cNvPr>
            <p:cNvGrpSpPr/>
            <p:nvPr/>
          </p:nvGrpSpPr>
          <p:grpSpPr>
            <a:xfrm>
              <a:off x="2453881" y="715871"/>
              <a:ext cx="5537427" cy="3290215"/>
              <a:chOff x="2453881" y="715871"/>
              <a:chExt cx="5537427" cy="329021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575142-85EE-8C29-41C1-BBCFDB63B51B}"/>
                  </a:ext>
                </a:extLst>
              </p:cNvPr>
              <p:cNvGrpSpPr/>
              <p:nvPr/>
            </p:nvGrpSpPr>
            <p:grpSpPr>
              <a:xfrm>
                <a:off x="2453881" y="715871"/>
                <a:ext cx="5537427" cy="2742987"/>
                <a:chOff x="2453881" y="715871"/>
                <a:chExt cx="5537427" cy="2742987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A6FE147-1BC8-175A-5C6B-0C257BDFBE1E}"/>
                    </a:ext>
                  </a:extLst>
                </p:cNvPr>
                <p:cNvGrpSpPr/>
                <p:nvPr/>
              </p:nvGrpSpPr>
              <p:grpSpPr>
                <a:xfrm>
                  <a:off x="2453881" y="715871"/>
                  <a:ext cx="5537427" cy="2742987"/>
                  <a:chOff x="1963670" y="73428"/>
                  <a:chExt cx="8466065" cy="2922915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F9C17D36-2354-747A-CEE4-C273EDD97C4C}"/>
                      </a:ext>
                    </a:extLst>
                  </p:cNvPr>
                  <p:cNvGrpSpPr/>
                  <p:nvPr/>
                </p:nvGrpSpPr>
                <p:grpSpPr>
                  <a:xfrm>
                    <a:off x="4583019" y="73428"/>
                    <a:ext cx="5846716" cy="2693525"/>
                    <a:chOff x="4583019" y="73428"/>
                    <a:chExt cx="5846716" cy="2693525"/>
                  </a:xfrm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598A73CC-76BA-5A65-B5A8-73C75C84FF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40017" y="73428"/>
                      <a:ext cx="2260184" cy="938798"/>
                      <a:chOff x="3988604" y="1362817"/>
                      <a:chExt cx="2585832" cy="1066913"/>
                    </a:xfrm>
                  </p:grpSpPr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253BA2FC-F247-C5F2-275B-BE5E8357BB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41077" y="2048757"/>
                        <a:ext cx="1419851" cy="3809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>
                            <a:solidFill>
                              <a:schemeClr val="tx1"/>
                            </a:solidFill>
                          </a:rPr>
                          <a:t>laboratory</a:t>
                        </a:r>
                      </a:p>
                    </p:txBody>
                  </p:sp>
                  <p:sp>
                    <p:nvSpPr>
                      <p:cNvPr id="33" name="Oval 32">
                        <a:extLst>
                          <a:ext uri="{FF2B5EF4-FFF2-40B4-BE49-F238E27FC236}">
                            <a16:creationId xmlns:a16="http://schemas.microsoft.com/office/drawing/2014/main" id="{58037E1C-AD60-0A73-D34E-E4374A4D59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88604" y="1362817"/>
                        <a:ext cx="1169433" cy="438816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700" u="sng" dirty="0" err="1">
                            <a:solidFill>
                              <a:schemeClr val="tx1"/>
                            </a:solidFill>
                          </a:rPr>
                          <a:t>l_Id</a:t>
                        </a:r>
                        <a:endParaRPr lang="en-US" sz="700" u="sng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82A5F3D7-02D1-095C-0C80-7148C350E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10820" y="1395340"/>
                        <a:ext cx="1363616" cy="438816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1"/>
                            </a:solidFill>
                          </a:rPr>
                          <a:t>name</a:t>
                        </a:r>
                      </a:p>
                    </p:txBody>
                  </p:sp>
                  <p:cxnSp>
                    <p:nvCxnSpPr>
                      <p:cNvPr id="35" name="Straight Connector 34">
                        <a:extLst>
                          <a:ext uri="{FF2B5EF4-FFF2-40B4-BE49-F238E27FC236}">
                            <a16:creationId xmlns:a16="http://schemas.microsoft.com/office/drawing/2014/main" id="{983AD4D3-20E3-72F5-301E-57DBFB35DBB7}"/>
                          </a:ext>
                        </a:extLst>
                      </p:cNvPr>
                      <p:cNvCxnSpPr>
                        <a:cxnSpLocks/>
                        <a:stCxn id="33" idx="4"/>
                      </p:cNvCxnSpPr>
                      <p:nvPr/>
                    </p:nvCxnSpPr>
                    <p:spPr>
                      <a:xfrm>
                        <a:off x="4573320" y="1801633"/>
                        <a:ext cx="264763" cy="228437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" name="Straight Connector 35">
                        <a:extLst>
                          <a:ext uri="{FF2B5EF4-FFF2-40B4-BE49-F238E27FC236}">
                            <a16:creationId xmlns:a16="http://schemas.microsoft.com/office/drawing/2014/main" id="{62B13687-26F9-9770-2D69-55C07C6A21B4}"/>
                          </a:ext>
                        </a:extLst>
                      </p:cNvPr>
                      <p:cNvCxnSpPr>
                        <a:cxnSpLocks/>
                        <a:stCxn id="34" idx="4"/>
                        <a:endCxn id="32" idx="0"/>
                      </p:cNvCxnSpPr>
                      <p:nvPr/>
                    </p:nvCxnSpPr>
                    <p:spPr>
                      <a:xfrm flipH="1">
                        <a:off x="5551004" y="1834156"/>
                        <a:ext cx="341624" cy="214601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9" name="Diamond 18">
                      <a:extLst>
                        <a:ext uri="{FF2B5EF4-FFF2-40B4-BE49-F238E27FC236}">
                          <a16:creationId xmlns:a16="http://schemas.microsoft.com/office/drawing/2014/main" id="{9B8FC5B1-F5BA-1059-7F1A-57B1973A1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2609" y="223113"/>
                      <a:ext cx="1490703" cy="749539"/>
                    </a:xfrm>
                    <a:prstGeom prst="diamond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 err="1">
                          <a:solidFill>
                            <a:schemeClr val="tx1"/>
                          </a:solidFill>
                        </a:rPr>
                        <a:t>Attached_to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4D2649BA-30F7-EC11-4AC2-F32427E0F3F7}"/>
                        </a:ext>
                      </a:extLst>
                    </p:cNvPr>
                    <p:cNvCxnSpPr>
                      <a:cxnSpLocks/>
                      <a:stCxn id="19" idx="3"/>
                      <a:endCxn id="54" idx="1"/>
                    </p:cNvCxnSpPr>
                    <p:nvPr/>
                  </p:nvCxnSpPr>
                  <p:spPr>
                    <a:xfrm>
                      <a:off x="8833312" y="597882"/>
                      <a:ext cx="1596423" cy="16052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Connector: Elbow 20">
                      <a:extLst>
                        <a:ext uri="{FF2B5EF4-FFF2-40B4-BE49-F238E27FC236}">
                          <a16:creationId xmlns:a16="http://schemas.microsoft.com/office/drawing/2014/main" id="{0D565A0F-EDA0-267D-B048-A53CA1C76414}"/>
                        </a:ext>
                      </a:extLst>
                    </p:cNvPr>
                    <p:cNvCxnSpPr>
                      <a:cxnSpLocks/>
                      <a:stCxn id="32" idx="3"/>
                      <a:endCxn id="10" idx="1"/>
                    </p:cNvCxnSpPr>
                    <p:nvPr/>
                  </p:nvCxnSpPr>
                  <p:spPr>
                    <a:xfrm>
                      <a:off x="6626173" y="844613"/>
                      <a:ext cx="1412028" cy="1227377"/>
                    </a:xfrm>
                    <a:prstGeom prst="bentConnector3">
                      <a:avLst>
                        <a:gd name="adj1" fmla="val 50000"/>
                      </a:avLst>
                    </a:prstGeom>
                    <a:ln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arrow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" name="Diamond 21">
                      <a:extLst>
                        <a:ext uri="{FF2B5EF4-FFF2-40B4-BE49-F238E27FC236}">
                          <a16:creationId xmlns:a16="http://schemas.microsoft.com/office/drawing/2014/main" id="{B527994E-D7B3-9515-4632-E5E8DF3E4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62691" y="1218515"/>
                      <a:ext cx="1239406" cy="785279"/>
                    </a:xfrm>
                    <a:prstGeom prst="diamond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800" dirty="0"/>
                        <a:t>hosts</a:t>
                      </a:r>
                    </a:p>
                  </p:txBody>
                </p: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DCE3A70E-FA1E-FCAA-C0DD-0D4F6C5BE614}"/>
                        </a:ext>
                      </a:extLst>
                    </p:cNvPr>
                    <p:cNvCxnSpPr>
                      <a:cxnSpLocks/>
                      <a:stCxn id="22" idx="0"/>
                      <a:endCxn id="32" idx="2"/>
                    </p:cNvCxnSpPr>
                    <p:nvPr/>
                  </p:nvCxnSpPr>
                  <p:spPr>
                    <a:xfrm flipH="1" flipV="1">
                      <a:off x="6005653" y="1012226"/>
                      <a:ext cx="76741" cy="206288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0C2988BA-8462-5635-93C2-425B7B8B2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9665" y="2440455"/>
                      <a:ext cx="1446872" cy="32649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 err="1">
                          <a:solidFill>
                            <a:schemeClr val="tx1"/>
                          </a:solidFill>
                        </a:rPr>
                        <a:t>Equipment_units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6913A68A-33E0-7C7C-7DDC-9740BC12B56D}"/>
                        </a:ext>
                      </a:extLst>
                    </p:cNvPr>
                    <p:cNvCxnSpPr>
                      <a:cxnSpLocks/>
                      <a:stCxn id="22" idx="2"/>
                      <a:endCxn id="24" idx="0"/>
                    </p:cNvCxnSpPr>
                    <p:nvPr/>
                  </p:nvCxnSpPr>
                  <p:spPr>
                    <a:xfrm>
                      <a:off x="6082394" y="2003793"/>
                      <a:ext cx="707" cy="436662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8911E57C-6FF7-D2DB-9405-8FC891093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83019" y="1082054"/>
                      <a:ext cx="1174131" cy="30592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location</a:t>
                      </a:r>
                    </a:p>
                  </p:txBody>
                </p: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9042F30D-DC61-099D-B112-784C8E987AEE}"/>
                        </a:ext>
                      </a:extLst>
                    </p:cNvPr>
                    <p:cNvCxnSpPr>
                      <a:cxnSpLocks/>
                      <a:stCxn id="26" idx="4"/>
                    </p:cNvCxnSpPr>
                    <p:nvPr/>
                  </p:nvCxnSpPr>
                  <p:spPr>
                    <a:xfrm>
                      <a:off x="5170085" y="1387979"/>
                      <a:ext cx="410277" cy="13646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4554B139-61CE-FCE8-F4C1-ED478EC4D9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6892" y="1917079"/>
                      <a:ext cx="1236481" cy="30592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portability</a:t>
                      </a:r>
                    </a:p>
                  </p:txBody>
                </p: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A361495A-5083-F098-7DDE-40DEFA7C4340}"/>
                        </a:ext>
                      </a:extLst>
                    </p:cNvPr>
                    <p:cNvCxnSpPr>
                      <a:cxnSpLocks/>
                      <a:stCxn id="28" idx="4"/>
                    </p:cNvCxnSpPr>
                    <p:nvPr/>
                  </p:nvCxnSpPr>
                  <p:spPr>
                    <a:xfrm>
                      <a:off x="5385133" y="2223004"/>
                      <a:ext cx="165588" cy="223175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CAF471E1-6C1A-96A2-F677-BBF67BE46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73953" y="1948872"/>
                      <a:ext cx="904441" cy="30592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600" u="sng" dirty="0" err="1">
                          <a:solidFill>
                            <a:schemeClr val="tx1"/>
                          </a:solidFill>
                        </a:rPr>
                        <a:t>eqU_id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579486C3-B77F-9003-CC7F-A223F87542F2}"/>
                        </a:ext>
                      </a:extLst>
                    </p:cNvPr>
                    <p:cNvCxnSpPr>
                      <a:cxnSpLocks/>
                      <a:stCxn id="30" idx="4"/>
                    </p:cNvCxnSpPr>
                    <p:nvPr/>
                  </p:nvCxnSpPr>
                  <p:spPr>
                    <a:xfrm flipH="1">
                      <a:off x="6467914" y="2254797"/>
                      <a:ext cx="158261" cy="181127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836E687E-25D6-39A3-9A01-FF474DD4156C}"/>
                      </a:ext>
                    </a:extLst>
                  </p:cNvPr>
                  <p:cNvGrpSpPr/>
                  <p:nvPr/>
                </p:nvGrpSpPr>
                <p:grpSpPr>
                  <a:xfrm>
                    <a:off x="1963670" y="1917078"/>
                    <a:ext cx="3159623" cy="1079265"/>
                    <a:chOff x="1963670" y="1917078"/>
                    <a:chExt cx="3159623" cy="1079265"/>
                  </a:xfrm>
                </p:grpSpPr>
                <p:sp>
                  <p:nvSpPr>
                    <p:cNvPr id="13" name="Diamond 12">
                      <a:extLst>
                        <a:ext uri="{FF2B5EF4-FFF2-40B4-BE49-F238E27FC236}">
                          <a16:creationId xmlns:a16="http://schemas.microsoft.com/office/drawing/2014/main" id="{1EC8E8EE-21F0-28D9-A2FE-6A881CF84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9144" y="2211064"/>
                      <a:ext cx="1304149" cy="785279"/>
                    </a:xfrm>
                    <a:prstGeom prst="diamond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 err="1"/>
                        <a:t>Correspond_to</a:t>
                      </a:r>
                      <a:endParaRPr lang="en-US" sz="500" dirty="0"/>
                    </a:p>
                  </p:txBody>
                </p:sp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128CFAED-5F40-FFC3-7205-20EEFE1FC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0432" y="2440455"/>
                      <a:ext cx="1446872" cy="32649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 err="1">
                          <a:solidFill>
                            <a:schemeClr val="tx1"/>
                          </a:solidFill>
                        </a:rPr>
                        <a:t>Equipment_model</a:t>
                      </a:r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5" name="Straight Connector 14">
                      <a:extLst>
                        <a:ext uri="{FF2B5EF4-FFF2-40B4-BE49-F238E27FC236}">
                          <a16:creationId xmlns:a16="http://schemas.microsoft.com/office/drawing/2014/main" id="{C192ECB8-A6AF-D29F-2424-3F1923467D36}"/>
                        </a:ext>
                      </a:extLst>
                    </p:cNvPr>
                    <p:cNvCxnSpPr>
                      <a:cxnSpLocks/>
                      <a:stCxn id="13" idx="1"/>
                      <a:endCxn id="14" idx="3"/>
                    </p:cNvCxnSpPr>
                    <p:nvPr/>
                  </p:nvCxnSpPr>
                  <p:spPr>
                    <a:xfrm flipH="1">
                      <a:off x="3557304" y="2603704"/>
                      <a:ext cx="261840" cy="0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1280AD8E-CF8E-54FC-7438-1FD9B2FAF7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63670" y="1917078"/>
                      <a:ext cx="1756049" cy="305925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u="sng" dirty="0" err="1">
                          <a:solidFill>
                            <a:schemeClr val="tx1"/>
                          </a:solidFill>
                        </a:rPr>
                        <a:t>Store_model_id</a:t>
                      </a:r>
                      <a:endParaRPr lang="en-US" sz="700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24FA0E4D-8AFC-08BC-8D61-FEE3261A011C}"/>
                        </a:ext>
                      </a:extLst>
                    </p:cNvPr>
                    <p:cNvCxnSpPr>
                      <a:cxnSpLocks/>
                      <a:stCxn id="16" idx="4"/>
                      <a:endCxn id="14" idx="0"/>
                    </p:cNvCxnSpPr>
                    <p:nvPr/>
                  </p:nvCxnSpPr>
                  <p:spPr>
                    <a:xfrm flipH="1">
                      <a:off x="2833868" y="2223003"/>
                      <a:ext cx="7827" cy="21745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0" name="Diamond 9">
                  <a:extLst>
                    <a:ext uri="{FF2B5EF4-FFF2-40B4-BE49-F238E27FC236}">
                      <a16:creationId xmlns:a16="http://schemas.microsoft.com/office/drawing/2014/main" id="{E11B518F-A10C-B359-2929-75999EC537C6}"/>
                    </a:ext>
                  </a:extLst>
                </p:cNvPr>
                <p:cNvSpPr/>
                <p:nvPr/>
              </p:nvSpPr>
              <p:spPr>
                <a:xfrm>
                  <a:off x="6427070" y="2301108"/>
                  <a:ext cx="975029" cy="580594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 dirty="0" err="1">
                      <a:solidFill>
                        <a:schemeClr val="tx1"/>
                      </a:solidFill>
                    </a:rPr>
                    <a:t>Supervised_by</a:t>
                  </a:r>
                  <a:endParaRPr lang="en-US" sz="4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C27A82EF-B114-5000-5642-D574CE0C3830}"/>
                  </a:ext>
                </a:extLst>
              </p:cNvPr>
              <p:cNvCxnSpPr>
                <a:cxnSpLocks/>
                <a:stCxn id="10" idx="2"/>
                <a:endCxn id="47" idx="1"/>
              </p:cNvCxnSpPr>
              <p:nvPr/>
            </p:nvCxnSpPr>
            <p:spPr>
              <a:xfrm rot="16200000" flipH="1">
                <a:off x="6838154" y="2958132"/>
                <a:ext cx="1124384" cy="971523"/>
              </a:xfrm>
              <a:prstGeom prst="bentConnector2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551FB16-0530-DB64-31EF-1A9C5E9C3FA8}"/>
              </a:ext>
            </a:extLst>
          </p:cNvPr>
          <p:cNvCxnSpPr>
            <a:stCxn id="24" idx="1"/>
            <a:endCxn id="13" idx="3"/>
          </p:cNvCxnSpPr>
          <p:nvPr/>
        </p:nvCxnSpPr>
        <p:spPr>
          <a:xfrm flipH="1">
            <a:off x="1660228" y="3153602"/>
            <a:ext cx="12074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69D55854-00F8-A354-0DD7-572762C1BBAA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2427958" y="1559696"/>
            <a:ext cx="365983" cy="8746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5AA0C33-D55F-8181-6D5F-7E085B3AF4ED}"/>
              </a:ext>
            </a:extLst>
          </p:cNvPr>
          <p:cNvSpPr txBox="1"/>
          <p:nvPr/>
        </p:nvSpPr>
        <p:spPr>
          <a:xfrm>
            <a:off x="964406" y="535781"/>
            <a:ext cx="3051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Research Projects, budgets</a:t>
            </a: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03D9535-E1C2-FEB4-2D58-BCC2E8072F03}"/>
              </a:ext>
            </a:extLst>
          </p:cNvPr>
          <p:cNvSpPr/>
          <p:nvPr/>
        </p:nvSpPr>
        <p:spPr>
          <a:xfrm>
            <a:off x="6694243" y="1371061"/>
            <a:ext cx="874533" cy="38130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play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47157A-E88B-C654-1E05-56E2F0270EFF}"/>
              </a:ext>
            </a:extLst>
          </p:cNvPr>
          <p:cNvCxnSpPr>
            <a:cxnSpLocks/>
            <a:stCxn id="54" idx="3"/>
            <a:endCxn id="106" idx="1"/>
          </p:cNvCxnSpPr>
          <p:nvPr/>
        </p:nvCxnSpPr>
        <p:spPr>
          <a:xfrm flipV="1">
            <a:off x="4930577" y="1561714"/>
            <a:ext cx="1763666" cy="107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95CF98C-F8AD-3D4C-9B55-FA1A1DFA851A}"/>
              </a:ext>
            </a:extLst>
          </p:cNvPr>
          <p:cNvSpPr/>
          <p:nvPr/>
        </p:nvSpPr>
        <p:spPr>
          <a:xfrm>
            <a:off x="10007444" y="2255463"/>
            <a:ext cx="1318140" cy="381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Research</a:t>
            </a:r>
            <a:r>
              <a:rPr lang="en-US" sz="900" dirty="0" err="1">
                <a:solidFill>
                  <a:schemeClr val="tx1"/>
                </a:solidFill>
              </a:rPr>
              <a:t>_</a:t>
            </a:r>
            <a:r>
              <a:rPr lang="en-US" sz="1050" dirty="0" err="1">
                <a:solidFill>
                  <a:schemeClr val="tx1"/>
                </a:solidFill>
              </a:rPr>
              <a:t>project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C0DB926-292C-6269-4D13-B229E4F59A7E}"/>
              </a:ext>
            </a:extLst>
          </p:cNvPr>
          <p:cNvSpPr/>
          <p:nvPr/>
        </p:nvSpPr>
        <p:spPr>
          <a:xfrm>
            <a:off x="7840487" y="1376429"/>
            <a:ext cx="821301" cy="3813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Role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09A4857-8353-9E10-14B0-C0976045259A}"/>
              </a:ext>
            </a:extLst>
          </p:cNvPr>
          <p:cNvCxnSpPr>
            <a:cxnSpLocks/>
            <a:stCxn id="106" idx="3"/>
            <a:endCxn id="115" idx="1"/>
          </p:cNvCxnSpPr>
          <p:nvPr/>
        </p:nvCxnSpPr>
        <p:spPr>
          <a:xfrm>
            <a:off x="7568776" y="1561714"/>
            <a:ext cx="271711" cy="53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Diamond 118">
            <a:extLst>
              <a:ext uri="{FF2B5EF4-FFF2-40B4-BE49-F238E27FC236}">
                <a16:creationId xmlns:a16="http://schemas.microsoft.com/office/drawing/2014/main" id="{FC20E43D-7E88-D244-4098-B62628A06789}"/>
              </a:ext>
            </a:extLst>
          </p:cNvPr>
          <p:cNvSpPr/>
          <p:nvPr/>
        </p:nvSpPr>
        <p:spPr>
          <a:xfrm>
            <a:off x="7329045" y="1991182"/>
            <a:ext cx="1844184" cy="900404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Associated_to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586DF43-A343-3C50-B5EC-8F5E0CF944F8}"/>
              </a:ext>
            </a:extLst>
          </p:cNvPr>
          <p:cNvCxnSpPr>
            <a:stCxn id="115" idx="2"/>
            <a:endCxn id="119" idx="0"/>
          </p:cNvCxnSpPr>
          <p:nvPr/>
        </p:nvCxnSpPr>
        <p:spPr>
          <a:xfrm flipH="1">
            <a:off x="8251137" y="1757735"/>
            <a:ext cx="1" cy="2334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21D8220-0F6F-8D9E-5EC6-137990832E01}"/>
              </a:ext>
            </a:extLst>
          </p:cNvPr>
          <p:cNvCxnSpPr>
            <a:stCxn id="119" idx="3"/>
            <a:endCxn id="111" idx="1"/>
          </p:cNvCxnSpPr>
          <p:nvPr/>
        </p:nvCxnSpPr>
        <p:spPr>
          <a:xfrm>
            <a:off x="9173229" y="2441384"/>
            <a:ext cx="834215" cy="4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7EC594F1-8BF5-B0D3-8E2D-93E5A12A7A91}"/>
              </a:ext>
            </a:extLst>
          </p:cNvPr>
          <p:cNvSpPr/>
          <p:nvPr/>
        </p:nvSpPr>
        <p:spPr>
          <a:xfrm>
            <a:off x="9932196" y="1607090"/>
            <a:ext cx="1468636" cy="3861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project_code</a:t>
            </a:r>
            <a:endParaRPr lang="en-US" sz="11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587F3B4-4ABF-6343-E09E-6478F6BB5D67}"/>
              </a:ext>
            </a:extLst>
          </p:cNvPr>
          <p:cNvCxnSpPr>
            <a:cxnSpLocks/>
            <a:stCxn id="150" idx="4"/>
            <a:endCxn id="111" idx="0"/>
          </p:cNvCxnSpPr>
          <p:nvPr/>
        </p:nvCxnSpPr>
        <p:spPr>
          <a:xfrm>
            <a:off x="10666514" y="1993213"/>
            <a:ext cx="0" cy="26225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5A99158-EDA7-17CF-6D04-B950BC1706F8}"/>
              </a:ext>
            </a:extLst>
          </p:cNvPr>
          <p:cNvGrpSpPr/>
          <p:nvPr/>
        </p:nvGrpSpPr>
        <p:grpSpPr>
          <a:xfrm>
            <a:off x="290341" y="3656036"/>
            <a:ext cx="3300354" cy="948834"/>
            <a:chOff x="4042737" y="3567584"/>
            <a:chExt cx="3589587" cy="948834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0E1BDDD-4615-9B05-3DE9-01AA143F7D4E}"/>
                </a:ext>
              </a:extLst>
            </p:cNvPr>
            <p:cNvSpPr/>
            <p:nvPr/>
          </p:nvSpPr>
          <p:spPr>
            <a:xfrm>
              <a:off x="4635510" y="4090960"/>
              <a:ext cx="1446872" cy="32649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budget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D9DA629-BC39-2BA7-E0D3-0217EC145BF1}"/>
                </a:ext>
              </a:extLst>
            </p:cNvPr>
            <p:cNvSpPr/>
            <p:nvPr/>
          </p:nvSpPr>
          <p:spPr>
            <a:xfrm>
              <a:off x="4042737" y="3567584"/>
              <a:ext cx="1236481" cy="30592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 err="1">
                  <a:solidFill>
                    <a:schemeClr val="tx1"/>
                  </a:solidFill>
                </a:rPr>
                <a:t>bg_line</a:t>
              </a:r>
              <a:endParaRPr lang="en-US" sz="1200" u="sng" dirty="0">
                <a:solidFill>
                  <a:schemeClr val="tx1"/>
                </a:solidFill>
              </a:endParaRPr>
            </a:p>
          </p:txBody>
        </p: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8005183-967A-0258-B43C-3EA5CFDC3EB9}"/>
                </a:ext>
              </a:extLst>
            </p:cNvPr>
            <p:cNvCxnSpPr>
              <a:cxnSpLocks/>
              <a:stCxn id="184" idx="4"/>
            </p:cNvCxnSpPr>
            <p:nvPr/>
          </p:nvCxnSpPr>
          <p:spPr>
            <a:xfrm>
              <a:off x="4660978" y="3873509"/>
              <a:ext cx="165588" cy="22317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6" name="Diamond 185">
              <a:extLst>
                <a:ext uri="{FF2B5EF4-FFF2-40B4-BE49-F238E27FC236}">
                  <a16:creationId xmlns:a16="http://schemas.microsoft.com/office/drawing/2014/main" id="{3F5D69A8-52BC-43F0-6709-2A5690EECFCB}"/>
                </a:ext>
              </a:extLst>
            </p:cNvPr>
            <p:cNvSpPr/>
            <p:nvPr/>
          </p:nvSpPr>
          <p:spPr>
            <a:xfrm>
              <a:off x="6395843" y="3861570"/>
              <a:ext cx="1236481" cy="654848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manage</a:t>
              </a:r>
            </a:p>
          </p:txBody>
        </p: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CE6B7BE6-DB24-80DD-9D23-902D9E09D38E}"/>
                </a:ext>
              </a:extLst>
            </p:cNvPr>
            <p:cNvCxnSpPr>
              <a:cxnSpLocks/>
              <a:endCxn id="186" idx="1"/>
            </p:cNvCxnSpPr>
            <p:nvPr/>
          </p:nvCxnSpPr>
          <p:spPr>
            <a:xfrm>
              <a:off x="6082382" y="4166743"/>
              <a:ext cx="313461" cy="2225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Left Bracket 202">
            <a:extLst>
              <a:ext uri="{FF2B5EF4-FFF2-40B4-BE49-F238E27FC236}">
                <a16:creationId xmlns:a16="http://schemas.microsoft.com/office/drawing/2014/main" id="{C7E12B7B-C896-9105-37DD-ABF09394B0C1}"/>
              </a:ext>
            </a:extLst>
          </p:cNvPr>
          <p:cNvSpPr/>
          <p:nvPr/>
        </p:nvSpPr>
        <p:spPr>
          <a:xfrm>
            <a:off x="4035711" y="3837114"/>
            <a:ext cx="56899" cy="193191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01A7B012-E982-8866-D71A-CF067B4596A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26866" y="3320748"/>
            <a:ext cx="692163" cy="337563"/>
          </a:xfrm>
          <a:prstGeom prst="bentConnector3">
            <a:avLst>
              <a:gd name="adj1" fmla="val 9700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Diamond 217">
            <a:extLst>
              <a:ext uri="{FF2B5EF4-FFF2-40B4-BE49-F238E27FC236}">
                <a16:creationId xmlns:a16="http://schemas.microsoft.com/office/drawing/2014/main" id="{86EE779F-BC89-FC9B-CA3C-B37654C2D025}"/>
              </a:ext>
            </a:extLst>
          </p:cNvPr>
          <p:cNvSpPr/>
          <p:nvPr/>
        </p:nvSpPr>
        <p:spPr>
          <a:xfrm>
            <a:off x="6058507" y="4265105"/>
            <a:ext cx="1136851" cy="785279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Funded by</a:t>
            </a:r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808B3937-17D4-F455-06D6-CE3567195F94}"/>
              </a:ext>
            </a:extLst>
          </p:cNvPr>
          <p:cNvCxnSpPr>
            <a:cxnSpLocks/>
            <a:stCxn id="218" idx="3"/>
            <a:endCxn id="111" idx="2"/>
          </p:cNvCxnSpPr>
          <p:nvPr/>
        </p:nvCxnSpPr>
        <p:spPr>
          <a:xfrm flipV="1">
            <a:off x="7195358" y="2636769"/>
            <a:ext cx="3471156" cy="2020976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97943928-F577-9D41-06C7-AD6D111731C6}"/>
              </a:ext>
            </a:extLst>
          </p:cNvPr>
          <p:cNvCxnSpPr>
            <a:stCxn id="32" idx="1"/>
          </p:cNvCxnSpPr>
          <p:nvPr/>
        </p:nvCxnSpPr>
        <p:spPr>
          <a:xfrm rot="10800000">
            <a:off x="1357576" y="1009768"/>
            <a:ext cx="436411" cy="745991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692A5DEA-28A9-0966-570D-196B61118092}"/>
              </a:ext>
            </a:extLst>
          </p:cNvPr>
          <p:cNvCxnSpPr/>
          <p:nvPr/>
        </p:nvCxnSpPr>
        <p:spPr>
          <a:xfrm>
            <a:off x="1357575" y="1009768"/>
            <a:ext cx="102547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DC0C03E-9AF2-65EE-E974-B8EF67915C1C}"/>
              </a:ext>
            </a:extLst>
          </p:cNvPr>
          <p:cNvCxnSpPr>
            <a:cxnSpLocks/>
          </p:cNvCxnSpPr>
          <p:nvPr/>
        </p:nvCxnSpPr>
        <p:spPr>
          <a:xfrm>
            <a:off x="11612319" y="1009768"/>
            <a:ext cx="0" cy="38550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C6C30E2-8A52-0BE1-A878-CE7CFA5B0B73}"/>
              </a:ext>
            </a:extLst>
          </p:cNvPr>
          <p:cNvCxnSpPr>
            <a:cxnSpLocks/>
          </p:cNvCxnSpPr>
          <p:nvPr/>
        </p:nvCxnSpPr>
        <p:spPr>
          <a:xfrm>
            <a:off x="6923356" y="4848398"/>
            <a:ext cx="4688963" cy="16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2E659C62-72FE-2382-3D66-2E26D5F5AF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97815" y="2308410"/>
            <a:ext cx="151835" cy="455801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FE0B52E0-53CE-E433-9EB4-5D9DA25BDAD7}"/>
              </a:ext>
            </a:extLst>
          </p:cNvPr>
          <p:cNvCxnSpPr>
            <a:cxnSpLocks/>
            <a:stCxn id="186" idx="3"/>
          </p:cNvCxnSpPr>
          <p:nvPr/>
        </p:nvCxnSpPr>
        <p:spPr>
          <a:xfrm>
            <a:off x="3590695" y="4277446"/>
            <a:ext cx="5019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C441D53-8E64-9FAC-AF3A-5894593226FB}"/>
              </a:ext>
            </a:extLst>
          </p:cNvPr>
          <p:cNvCxnSpPr>
            <a:stCxn id="203" idx="2"/>
          </p:cNvCxnSpPr>
          <p:nvPr/>
        </p:nvCxnSpPr>
        <p:spPr>
          <a:xfrm flipH="1">
            <a:off x="4085843" y="4030305"/>
            <a:ext cx="6767" cy="247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6EE351E-EDDD-9CFF-A4F6-8777D784F26B}"/>
              </a:ext>
            </a:extLst>
          </p:cNvPr>
          <p:cNvGrpSpPr/>
          <p:nvPr/>
        </p:nvGrpSpPr>
        <p:grpSpPr>
          <a:xfrm>
            <a:off x="2523059" y="1559696"/>
            <a:ext cx="1615480" cy="1590214"/>
            <a:chOff x="5090617" y="1249866"/>
            <a:chExt cx="2691749" cy="3149118"/>
          </a:xfrm>
        </p:grpSpPr>
        <p:sp>
          <p:nvSpPr>
            <p:cNvPr id="91" name="Diamond 90">
              <a:extLst>
                <a:ext uri="{FF2B5EF4-FFF2-40B4-BE49-F238E27FC236}">
                  <a16:creationId xmlns:a16="http://schemas.microsoft.com/office/drawing/2014/main" id="{736391E5-73EC-5165-1F6F-C473119CD7EB}"/>
                </a:ext>
              </a:extLst>
            </p:cNvPr>
            <p:cNvSpPr/>
            <p:nvPr/>
          </p:nvSpPr>
          <p:spPr>
            <a:xfrm>
              <a:off x="5724602" y="2423139"/>
              <a:ext cx="1644778" cy="594051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use_</a:t>
              </a:r>
            </a:p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simultaneously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04CEE1C-A77B-527C-C526-5E535F29E06C}"/>
                </a:ext>
              </a:extLst>
            </p:cNvPr>
            <p:cNvCxnSpPr>
              <a:cxnSpLocks/>
              <a:stCxn id="91" idx="0"/>
            </p:cNvCxnSpPr>
            <p:nvPr/>
          </p:nvCxnSpPr>
          <p:spPr>
            <a:xfrm flipV="1">
              <a:off x="6546991" y="1581098"/>
              <a:ext cx="0" cy="84204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D08B263-A96E-16F2-B585-E08F7A5FE394}"/>
                </a:ext>
              </a:extLst>
            </p:cNvPr>
            <p:cNvCxnSpPr/>
            <p:nvPr/>
          </p:nvCxnSpPr>
          <p:spPr>
            <a:xfrm>
              <a:off x="6546991" y="1581098"/>
              <a:ext cx="12353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D374ACF-7656-7282-0236-35384937F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2366" y="1249866"/>
              <a:ext cx="0" cy="33123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A43521F-23D6-DA7D-F159-AA0EC722A2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0617" y="4398983"/>
              <a:ext cx="517703" cy="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1E254C9-D64F-ECA1-3682-C5CDC2604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8320" y="3176226"/>
              <a:ext cx="18344" cy="122275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1843097-CE01-EE5B-D1ED-86CBF0B6272A}"/>
                </a:ext>
              </a:extLst>
            </p:cNvPr>
            <p:cNvCxnSpPr>
              <a:cxnSpLocks/>
            </p:cNvCxnSpPr>
            <p:nvPr/>
          </p:nvCxnSpPr>
          <p:spPr>
            <a:xfrm>
              <a:off x="5626664" y="3161311"/>
              <a:ext cx="92032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940394AF-A1C5-8F2D-C3C8-36DC231C7774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 flipV="1">
              <a:off x="6546991" y="3017190"/>
              <a:ext cx="0" cy="1666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829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C85C77B-525F-EFD6-07B8-71FEBAE2AA5B}"/>
              </a:ext>
            </a:extLst>
          </p:cNvPr>
          <p:cNvGrpSpPr/>
          <p:nvPr/>
        </p:nvGrpSpPr>
        <p:grpSpPr>
          <a:xfrm>
            <a:off x="44084" y="535781"/>
            <a:ext cx="11568235" cy="5326723"/>
            <a:chOff x="44084" y="535781"/>
            <a:chExt cx="11568235" cy="532672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3A0E3D-0FB1-AB8D-1258-7E385527B9A4}"/>
                </a:ext>
              </a:extLst>
            </p:cNvPr>
            <p:cNvGrpSpPr/>
            <p:nvPr/>
          </p:nvGrpSpPr>
          <p:grpSpPr>
            <a:xfrm>
              <a:off x="44084" y="1156882"/>
              <a:ext cx="6231438" cy="2891845"/>
              <a:chOff x="2451207" y="707679"/>
              <a:chExt cx="7978684" cy="34151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336E1E2-A96A-1509-9610-BB7545D5B345}"/>
                  </a:ext>
                </a:extLst>
              </p:cNvPr>
              <p:cNvGrpSpPr/>
              <p:nvPr/>
            </p:nvGrpSpPr>
            <p:grpSpPr>
              <a:xfrm>
                <a:off x="7231045" y="723793"/>
                <a:ext cx="3198846" cy="3399054"/>
                <a:chOff x="4552122" y="245163"/>
                <a:chExt cx="3657600" cy="3657597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8BCD519F-4E34-5B54-9E11-13FE2B32D7F0}"/>
                    </a:ext>
                  </a:extLst>
                </p:cNvPr>
                <p:cNvGrpSpPr/>
                <p:nvPr/>
              </p:nvGrpSpPr>
              <p:grpSpPr>
                <a:xfrm>
                  <a:off x="4552122" y="245163"/>
                  <a:ext cx="3657600" cy="3657597"/>
                  <a:chOff x="3915604" y="740762"/>
                  <a:chExt cx="5533189" cy="5549657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E63ABBE3-2B59-3767-FEA6-4582A7778FBD}"/>
                      </a:ext>
                    </a:extLst>
                  </p:cNvPr>
                  <p:cNvGrpSpPr/>
                  <p:nvPr/>
                </p:nvGrpSpPr>
                <p:grpSpPr>
                  <a:xfrm>
                    <a:off x="3915604" y="740762"/>
                    <a:ext cx="5533189" cy="3962653"/>
                    <a:chOff x="3425274" y="1352897"/>
                    <a:chExt cx="6330412" cy="4503425"/>
                  </a:xfrm>
                </p:grpSpPr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AD6F04C1-BB66-1758-5F2E-0B1FCD7F97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9810" y="2093851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Person</a:t>
                      </a:r>
                    </a:p>
                  </p:txBody>
                </p:sp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C67014BA-F8ED-E6ED-3D4D-4966AE0C8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80332" y="1362815"/>
                      <a:ext cx="924753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u="sng" dirty="0" err="1">
                          <a:solidFill>
                            <a:schemeClr val="tx1"/>
                          </a:solidFill>
                        </a:rPr>
                        <a:t>p_Id</a:t>
                      </a:r>
                      <a:endParaRPr lang="en-US" sz="400" u="sng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767A9E58-B9D3-29F9-E938-4CCADCD9FA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52844" y="1352897"/>
                      <a:ext cx="952066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p:txBody>
                </p:sp>
                <p:cxnSp>
                  <p:nvCxnSpPr>
                    <p:cNvPr id="57" name="Straight Connector 56">
                      <a:extLst>
                        <a:ext uri="{FF2B5EF4-FFF2-40B4-BE49-F238E27FC236}">
                          <a16:creationId xmlns:a16="http://schemas.microsoft.com/office/drawing/2014/main" id="{0A3C5487-9632-26B5-B713-4FB5E2EE252B}"/>
                        </a:ext>
                      </a:extLst>
                    </p:cNvPr>
                    <p:cNvCxnSpPr>
                      <a:cxnSpLocks/>
                      <a:stCxn id="55" idx="4"/>
                    </p:cNvCxnSpPr>
                    <p:nvPr/>
                  </p:nvCxnSpPr>
                  <p:spPr>
                    <a:xfrm>
                      <a:off x="4542710" y="1801631"/>
                      <a:ext cx="412555" cy="28230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Straight Connector 57">
                      <a:extLst>
                        <a:ext uri="{FF2B5EF4-FFF2-40B4-BE49-F238E27FC236}">
                          <a16:creationId xmlns:a16="http://schemas.microsoft.com/office/drawing/2014/main" id="{81E85943-44C8-012B-1397-319644151895}"/>
                        </a:ext>
                      </a:extLst>
                    </p:cNvPr>
                    <p:cNvCxnSpPr>
                      <a:cxnSpLocks/>
                      <a:stCxn id="54" idx="2"/>
                      <a:endCxn id="59" idx="0"/>
                    </p:cNvCxnSpPr>
                    <p:nvPr/>
                  </p:nvCxnSpPr>
                  <p:spPr>
                    <a:xfrm>
                      <a:off x="5638800" y="2464905"/>
                      <a:ext cx="20515" cy="417443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" name="Isosceles Triangle 58">
                      <a:extLst>
                        <a:ext uri="{FF2B5EF4-FFF2-40B4-BE49-F238E27FC236}">
                          <a16:creationId xmlns:a16="http://schemas.microsoft.com/office/drawing/2014/main" id="{250E8C1A-BAFD-9CAE-CFBF-69760B2B1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9126" y="2882348"/>
                      <a:ext cx="1113110" cy="61622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5C17616F-D761-F4C5-8019-6265A2F28D1B}"/>
                        </a:ext>
                      </a:extLst>
                    </p:cNvPr>
                    <p:cNvCxnSpPr>
                      <a:cxnSpLocks/>
                      <a:stCxn id="56" idx="4"/>
                      <a:endCxn id="54" idx="0"/>
                    </p:cNvCxnSpPr>
                    <p:nvPr/>
                  </p:nvCxnSpPr>
                  <p:spPr>
                    <a:xfrm>
                      <a:off x="5628878" y="1791713"/>
                      <a:ext cx="9924" cy="302138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A1690CF4-69DB-2D8C-E9C4-4E8C92556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362" y="3795747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Student</a:t>
                      </a:r>
                    </a:p>
                  </p:txBody>
                </p: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296F88F3-A3E3-9A08-350C-1CC28F28BF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807192" y="3498576"/>
                      <a:ext cx="301935" cy="2971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918BBD58-8A83-1D16-816E-915AEF4D8C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8668" y="3795747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Employee</a:t>
                      </a:r>
                    </a:p>
                  </p:txBody>
                </p:sp>
                <p:cxnSp>
                  <p:nvCxnSpPr>
                    <p:cNvPr id="64" name="Straight Connector 63">
                      <a:extLst>
                        <a:ext uri="{FF2B5EF4-FFF2-40B4-BE49-F238E27FC236}">
                          <a16:creationId xmlns:a16="http://schemas.microsoft.com/office/drawing/2014/main" id="{E4C5A5E0-79E3-198E-5E97-B8179CBE4FFB}"/>
                        </a:ext>
                      </a:extLst>
                    </p:cNvPr>
                    <p:cNvCxnSpPr>
                      <a:cxnSpLocks/>
                      <a:stCxn id="59" idx="4"/>
                    </p:cNvCxnSpPr>
                    <p:nvPr/>
                  </p:nvCxnSpPr>
                  <p:spPr>
                    <a:xfrm>
                      <a:off x="6222236" y="3498574"/>
                      <a:ext cx="330965" cy="29717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94C2836A-C35A-74C0-488E-ACA1E648BC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25274" y="3074628"/>
                      <a:ext cx="1564169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>
                          <a:solidFill>
                            <a:schemeClr val="tx1"/>
                          </a:solidFill>
                        </a:rPr>
                        <a:t>academic_enrollment</a:t>
                      </a:r>
                    </a:p>
                  </p:txBody>
                </p:sp>
                <p:cxnSp>
                  <p:nvCxnSpPr>
                    <p:cNvPr id="66" name="Straight Connector 65">
                      <a:extLst>
                        <a:ext uri="{FF2B5EF4-FFF2-40B4-BE49-F238E27FC236}">
                          <a16:creationId xmlns:a16="http://schemas.microsoft.com/office/drawing/2014/main" id="{6D7BB3F6-2852-E8BF-2AE3-47FFEFBBCE61}"/>
                        </a:ext>
                      </a:extLst>
                    </p:cNvPr>
                    <p:cNvCxnSpPr>
                      <a:cxnSpLocks/>
                      <a:stCxn id="65" idx="4"/>
                    </p:cNvCxnSpPr>
                    <p:nvPr/>
                  </p:nvCxnSpPr>
                  <p:spPr>
                    <a:xfrm>
                      <a:off x="4207359" y="3513444"/>
                      <a:ext cx="92847" cy="282302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7" name="Oval 66">
                      <a:extLst>
                        <a:ext uri="{FF2B5EF4-FFF2-40B4-BE49-F238E27FC236}">
                          <a16:creationId xmlns:a16="http://schemas.microsoft.com/office/drawing/2014/main" id="{51D8BDC5-8A24-6DCE-6582-7258CDD96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1066" y="3059758"/>
                      <a:ext cx="1573506" cy="43881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 err="1">
                          <a:solidFill>
                            <a:schemeClr val="tx1"/>
                          </a:solidFill>
                        </a:rPr>
                        <a:t>phone_num</a:t>
                      </a:r>
                      <a:endParaRPr lang="en-US" sz="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68" name="Straight Connector 67">
                      <a:extLst>
                        <a:ext uri="{FF2B5EF4-FFF2-40B4-BE49-F238E27FC236}">
                          <a16:creationId xmlns:a16="http://schemas.microsoft.com/office/drawing/2014/main" id="{08B63059-425C-FB2C-7F81-0D3B8F1489BA}"/>
                        </a:ext>
                      </a:extLst>
                    </p:cNvPr>
                    <p:cNvCxnSpPr>
                      <a:cxnSpLocks/>
                      <a:stCxn id="67" idx="4"/>
                    </p:cNvCxnSpPr>
                    <p:nvPr/>
                  </p:nvCxnSpPr>
                  <p:spPr>
                    <a:xfrm flipH="1">
                      <a:off x="6722444" y="3498574"/>
                      <a:ext cx="505375" cy="2971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9" name="Diamond 68">
                      <a:extLst>
                        <a:ext uri="{FF2B5EF4-FFF2-40B4-BE49-F238E27FC236}">
                          <a16:creationId xmlns:a16="http://schemas.microsoft.com/office/drawing/2014/main" id="{4D6BE79D-F531-6E4F-C88D-C3F6770DAF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8544" y="3429000"/>
                      <a:ext cx="1187142" cy="1134064"/>
                    </a:xfrm>
                    <a:prstGeom prst="diamond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 err="1">
                          <a:solidFill>
                            <a:schemeClr val="tx1"/>
                          </a:solidFill>
                        </a:rPr>
                        <a:t>report_to</a:t>
                      </a:r>
                      <a:endParaRPr lang="en-US" sz="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70" name="Straight Connector 69">
                      <a:extLst>
                        <a:ext uri="{FF2B5EF4-FFF2-40B4-BE49-F238E27FC236}">
                          <a16:creationId xmlns:a16="http://schemas.microsoft.com/office/drawing/2014/main" id="{301B8175-3248-CA07-CD14-BB33910402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446649" y="4065606"/>
                      <a:ext cx="118714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Connector 70">
                      <a:extLst>
                        <a:ext uri="{FF2B5EF4-FFF2-40B4-BE49-F238E27FC236}">
                          <a16:creationId xmlns:a16="http://schemas.microsoft.com/office/drawing/2014/main" id="{114F500E-A8EB-56AD-4186-2894358802A0}"/>
                        </a:ext>
                      </a:extLst>
                    </p:cNvPr>
                    <p:cNvCxnSpPr>
                      <a:cxnSpLocks/>
                      <a:endCxn id="72" idx="0"/>
                    </p:cNvCxnSpPr>
                    <p:nvPr/>
                  </p:nvCxnSpPr>
                  <p:spPr>
                    <a:xfrm>
                      <a:off x="6698148" y="4166801"/>
                      <a:ext cx="23809" cy="417443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Isosceles Triangle 71">
                      <a:extLst>
                        <a:ext uri="{FF2B5EF4-FFF2-40B4-BE49-F238E27FC236}">
                          <a16:creationId xmlns:a16="http://schemas.microsoft.com/office/drawing/2014/main" id="{BFFCF21C-B61B-F644-6ECD-F1789F147E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68473" y="4584243"/>
                      <a:ext cx="1119775" cy="616226"/>
                    </a:xfrm>
                    <a:prstGeom prst="triangle">
                      <a:avLst>
                        <a:gd name="adj" fmla="val 49428"/>
                      </a:avLst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b="1" dirty="0">
                          <a:solidFill>
                            <a:srgbClr val="FFC000"/>
                          </a:solidFill>
                        </a:rPr>
                        <a:t>ISA</a:t>
                      </a:r>
                    </a:p>
                  </p:txBody>
                </p:sp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0674F918-7294-59E4-BC72-2A4CEFBEFE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866538" y="5200471"/>
                      <a:ext cx="301935" cy="2971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6222F46E-76BF-661F-9087-24495537CD93}"/>
                        </a:ext>
                      </a:extLst>
                    </p:cNvPr>
                    <p:cNvCxnSpPr>
                      <a:cxnSpLocks/>
                      <a:stCxn id="72" idx="4"/>
                    </p:cNvCxnSpPr>
                    <p:nvPr/>
                  </p:nvCxnSpPr>
                  <p:spPr>
                    <a:xfrm>
                      <a:off x="7288248" y="5200469"/>
                      <a:ext cx="324299" cy="29717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5F380E32-061D-4817-AD3F-5897F22F5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9127" y="5485268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academic</a:t>
                      </a:r>
                    </a:p>
                  </p:txBody>
                </p:sp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633D401E-9A9C-6674-8EB0-D428DA45F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3701" y="5485268"/>
                      <a:ext cx="1417981" cy="371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 err="1">
                          <a:solidFill>
                            <a:schemeClr val="tx1"/>
                          </a:solidFill>
                        </a:rPr>
                        <a:t>non_academic</a:t>
                      </a:r>
                      <a:endParaRPr lang="en-US" sz="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7" name="Diamond 76">
                      <a:extLst>
                        <a:ext uri="{FF2B5EF4-FFF2-40B4-BE49-F238E27FC236}">
                          <a16:creationId xmlns:a16="http://schemas.microsoft.com/office/drawing/2014/main" id="{C2054CF6-621C-F483-DC76-4E82EDEA5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92892" y="4400121"/>
                      <a:ext cx="1707736" cy="851827"/>
                    </a:xfrm>
                    <a:prstGeom prst="diamond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400" dirty="0" err="1">
                          <a:solidFill>
                            <a:schemeClr val="tx1"/>
                          </a:solidFill>
                        </a:rPr>
                        <a:t>Supervised_by</a:t>
                      </a:r>
                      <a:endParaRPr lang="en-US" sz="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78" name="Straight Connector 77">
                      <a:extLst>
                        <a:ext uri="{FF2B5EF4-FFF2-40B4-BE49-F238E27FC236}">
                          <a16:creationId xmlns:a16="http://schemas.microsoft.com/office/drawing/2014/main" id="{9DC04FE7-5538-AA7A-6A0E-0F376C2527A4}"/>
                        </a:ext>
                      </a:extLst>
                    </p:cNvPr>
                    <p:cNvCxnSpPr>
                      <a:cxnSpLocks/>
                      <a:endCxn id="77" idx="2"/>
                    </p:cNvCxnSpPr>
                    <p:nvPr/>
                  </p:nvCxnSpPr>
                  <p:spPr>
                    <a:xfrm flipV="1">
                      <a:off x="4745352" y="5251948"/>
                      <a:ext cx="1408" cy="418847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2"/>
                    </a:lnRef>
                    <a:fillRef idx="1">
                      <a:schemeClr val="lt1"/>
                    </a:fillRef>
                    <a:effectRef idx="0">
                      <a:schemeClr val="accent2"/>
                    </a:effectRef>
                    <a:fontRef idx="minor">
                      <a:schemeClr val="dk1"/>
                    </a:fontRef>
                  </p:style>
                </p:cxnSp>
                <p:cxnSp>
                  <p:nvCxnSpPr>
                    <p:cNvPr id="79" name="Straight Connector 78">
                      <a:extLst>
                        <a:ext uri="{FF2B5EF4-FFF2-40B4-BE49-F238E27FC236}">
                          <a16:creationId xmlns:a16="http://schemas.microsoft.com/office/drawing/2014/main" id="{2878342C-4AAE-AAC8-73C4-4DDF0AFE6AD6}"/>
                        </a:ext>
                      </a:extLst>
                    </p:cNvPr>
                    <p:cNvCxnSpPr>
                      <a:cxnSpLocks/>
                      <a:endCxn id="75" idx="1"/>
                    </p:cNvCxnSpPr>
                    <p:nvPr/>
                  </p:nvCxnSpPr>
                  <p:spPr>
                    <a:xfrm>
                      <a:off x="4745352" y="5670795"/>
                      <a:ext cx="363775" cy="0"/>
                    </a:xfrm>
                    <a:prstGeom prst="line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Minus Sign 79">
                      <a:extLst>
                        <a:ext uri="{FF2B5EF4-FFF2-40B4-BE49-F238E27FC236}">
                          <a16:creationId xmlns:a16="http://schemas.microsoft.com/office/drawing/2014/main" id="{E54EBEDC-BCB4-3105-4877-B911F412AC4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721624" y="3857548"/>
                      <a:ext cx="47455" cy="851827"/>
                    </a:xfrm>
                    <a:prstGeom prst="mathMinus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2"/>
                    </a:lnRef>
                    <a:fillRef idx="1">
                      <a:schemeClr val="lt1"/>
                    </a:fillRef>
                    <a:effectRef idx="0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500"/>
                    </a:p>
                  </p:txBody>
                </p:sp>
                <p:cxnSp>
                  <p:nvCxnSpPr>
                    <p:cNvPr id="81" name="Straight Arrow Connector 80">
                      <a:extLst>
                        <a:ext uri="{FF2B5EF4-FFF2-40B4-BE49-F238E27FC236}">
                          <a16:creationId xmlns:a16="http://schemas.microsoft.com/office/drawing/2014/main" id="{1028005D-705A-DED3-E7AE-AFC30E39C4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446649" y="3910556"/>
                      <a:ext cx="1233525" cy="0"/>
                    </a:xfrm>
                    <a:prstGeom prst="straightConnector1">
                      <a:avLst/>
                    </a:prstGeom>
                    <a:ln w="127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0E734089-A706-6FDF-A123-ED43F6FE7B6D}"/>
                      </a:ext>
                    </a:extLst>
                  </p:cNvPr>
                  <p:cNvGrpSpPr/>
                  <p:nvPr/>
                </p:nvGrpSpPr>
                <p:grpSpPr>
                  <a:xfrm>
                    <a:off x="5048696" y="4703413"/>
                    <a:ext cx="3823635" cy="1587006"/>
                    <a:chOff x="4881127" y="2719655"/>
                    <a:chExt cx="3290248" cy="1095439"/>
                  </a:xfrm>
                </p:grpSpPr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E25C8478-4CC8-D09B-5A08-4D0C4F8891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49572" y="2719657"/>
                      <a:ext cx="2221803" cy="1095437"/>
                      <a:chOff x="5208190" y="4223737"/>
                      <a:chExt cx="3376183" cy="1582523"/>
                    </a:xfrm>
                  </p:grpSpPr>
                  <p:cxnSp>
                    <p:nvCxnSpPr>
                      <p:cNvPr id="48" name="Straight Connector 47">
                        <a:extLst>
                          <a:ext uri="{FF2B5EF4-FFF2-40B4-BE49-F238E27FC236}">
                            <a16:creationId xmlns:a16="http://schemas.microsoft.com/office/drawing/2014/main" id="{7ACE7457-4EC2-74F7-1FF2-0034ADC6E710}"/>
                          </a:ext>
                        </a:extLst>
                      </p:cNvPr>
                      <p:cNvCxnSpPr>
                        <a:cxnSpLocks/>
                        <a:stCxn id="76" idx="2"/>
                        <a:endCxn id="49" idx="0"/>
                      </p:cNvCxnSpPr>
                      <p:nvPr/>
                    </p:nvCxnSpPr>
                    <p:spPr>
                      <a:xfrm flipH="1">
                        <a:off x="6924090" y="4223737"/>
                        <a:ext cx="170512" cy="288634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9" name="Isosceles Triangle 48">
                        <a:extLst>
                          <a:ext uri="{FF2B5EF4-FFF2-40B4-BE49-F238E27FC236}">
                            <a16:creationId xmlns:a16="http://schemas.microsoft.com/office/drawing/2014/main" id="{29F81CC8-5122-BB15-6007-C2E90AC113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84282" y="4512371"/>
                        <a:ext cx="1294424" cy="671876"/>
                      </a:xfrm>
                      <a:prstGeom prst="triangle">
                        <a:avLst>
                          <a:gd name="adj" fmla="val 49428"/>
                        </a:avLst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" b="1" dirty="0">
                            <a:solidFill>
                              <a:srgbClr val="FFC000"/>
                            </a:solidFill>
                          </a:rPr>
                          <a:t>ISA</a:t>
                        </a:r>
                      </a:p>
                    </p:txBody>
                  </p:sp>
                  <p:cxnSp>
                    <p:nvCxnSpPr>
                      <p:cNvPr id="50" name="Straight Connector 49">
                        <a:extLst>
                          <a:ext uri="{FF2B5EF4-FFF2-40B4-BE49-F238E27FC236}">
                            <a16:creationId xmlns:a16="http://schemas.microsoft.com/office/drawing/2014/main" id="{563BF677-27C7-F24D-5102-A3F678943EE5}"/>
                          </a:ext>
                        </a:extLst>
                      </p:cNvPr>
                      <p:cNvCxnSpPr>
                        <a:cxnSpLocks/>
                        <a:stCxn id="49" idx="2"/>
                      </p:cNvCxnSpPr>
                      <p:nvPr/>
                    </p:nvCxnSpPr>
                    <p:spPr>
                      <a:xfrm flipH="1">
                        <a:off x="6040321" y="5184247"/>
                        <a:ext cx="243961" cy="249164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Connector 50">
                        <a:extLst>
                          <a:ext uri="{FF2B5EF4-FFF2-40B4-BE49-F238E27FC236}">
                            <a16:creationId xmlns:a16="http://schemas.microsoft.com/office/drawing/2014/main" id="{08F00BC3-7631-51D7-DE24-6633A6F89D80}"/>
                          </a:ext>
                        </a:extLst>
                      </p:cNvPr>
                      <p:cNvCxnSpPr>
                        <a:cxnSpLocks/>
                        <a:stCxn id="49" idx="4"/>
                        <a:endCxn id="53" idx="0"/>
                      </p:cNvCxnSpPr>
                      <p:nvPr/>
                    </p:nvCxnSpPr>
                    <p:spPr>
                      <a:xfrm>
                        <a:off x="7578706" y="5184247"/>
                        <a:ext cx="251397" cy="25095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015EB8BB-6512-F100-9ECE-86B646256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08190" y="5421036"/>
                        <a:ext cx="1417980" cy="3710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" dirty="0">
                            <a:solidFill>
                              <a:schemeClr val="tx1"/>
                            </a:solidFill>
                          </a:rPr>
                          <a:t>administrative</a:t>
                        </a: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1F9ACEFF-399A-50CA-7D26-5D3FA4E4B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5833" y="5435206"/>
                        <a:ext cx="1508540" cy="3710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" dirty="0" err="1">
                            <a:solidFill>
                              <a:schemeClr val="tx1"/>
                            </a:solidFill>
                          </a:rPr>
                          <a:t>Technical_staff</a:t>
                        </a:r>
                        <a:endParaRPr lang="en-US" sz="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A4125D60-FFAC-4058-2ED9-FEBF331C98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81127" y="2719655"/>
                      <a:ext cx="1252600" cy="1092274"/>
                      <a:chOff x="5118145" y="4209991"/>
                      <a:chExt cx="1903414" cy="1577950"/>
                    </a:xfrm>
                  </p:grpSpPr>
                  <p:cxnSp>
                    <p:nvCxnSpPr>
                      <p:cNvPr id="44" name="Straight Connector 43">
                        <a:extLst>
                          <a:ext uri="{FF2B5EF4-FFF2-40B4-BE49-F238E27FC236}">
                            <a16:creationId xmlns:a16="http://schemas.microsoft.com/office/drawing/2014/main" id="{35E55477-C393-984C-4C02-48F6DF9147E3}"/>
                          </a:ext>
                        </a:extLst>
                      </p:cNvPr>
                      <p:cNvCxnSpPr>
                        <a:cxnSpLocks/>
                        <a:stCxn id="75" idx="2"/>
                        <a:endCxn id="45" idx="0"/>
                      </p:cNvCxnSpPr>
                      <p:nvPr/>
                    </p:nvCxnSpPr>
                    <p:spPr>
                      <a:xfrm flipH="1">
                        <a:off x="6366942" y="4209991"/>
                        <a:ext cx="4411" cy="257544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5" name="Isosceles Triangle 44">
                        <a:extLst>
                          <a:ext uri="{FF2B5EF4-FFF2-40B4-BE49-F238E27FC236}">
                            <a16:creationId xmlns:a16="http://schemas.microsoft.com/office/drawing/2014/main" id="{373C2CB1-ACE8-04E8-3FD2-ADD494B18D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7134" y="4467535"/>
                        <a:ext cx="1294425" cy="684246"/>
                      </a:xfrm>
                      <a:prstGeom prst="triangle">
                        <a:avLst>
                          <a:gd name="adj" fmla="val 49428"/>
                        </a:avLst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" b="1" dirty="0">
                            <a:solidFill>
                              <a:srgbClr val="FFC000"/>
                            </a:solidFill>
                          </a:rPr>
                          <a:t>ISA</a:t>
                        </a:r>
                      </a:p>
                    </p:txBody>
                  </p:sp>
                  <p:cxnSp>
                    <p:nvCxnSpPr>
                      <p:cNvPr id="46" name="Straight Connector 45">
                        <a:extLst>
                          <a:ext uri="{FF2B5EF4-FFF2-40B4-BE49-F238E27FC236}">
                            <a16:creationId xmlns:a16="http://schemas.microsoft.com/office/drawing/2014/main" id="{503180AE-B3DE-2969-8690-78CAE291BA11}"/>
                          </a:ext>
                        </a:extLst>
                      </p:cNvPr>
                      <p:cNvCxnSpPr>
                        <a:cxnSpLocks/>
                        <a:stCxn id="45" idx="3"/>
                        <a:endCxn id="47" idx="0"/>
                      </p:cNvCxnSpPr>
                      <p:nvPr/>
                    </p:nvCxnSpPr>
                    <p:spPr>
                      <a:xfrm flipH="1">
                        <a:off x="5827136" y="5151782"/>
                        <a:ext cx="539806" cy="265106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F0C29E98-3F29-4360-BB27-4C6CB46854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18145" y="5416887"/>
                        <a:ext cx="1417981" cy="3710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400" dirty="0">
                            <a:solidFill>
                              <a:schemeClr val="tx1"/>
                            </a:solidFill>
                          </a:rPr>
                          <a:t>faculty</a:t>
                        </a:r>
                      </a:p>
                    </p:txBody>
                  </p:sp>
                </p:grpSp>
              </p:grp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32B9935A-909E-0961-EB8A-E2E37F7D8C56}"/>
                    </a:ext>
                  </a:extLst>
                </p:cNvPr>
                <p:cNvSpPr/>
                <p:nvPr/>
              </p:nvSpPr>
              <p:spPr>
                <a:xfrm>
                  <a:off x="6147140" y="250914"/>
                  <a:ext cx="685857" cy="25448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00" dirty="0">
                      <a:solidFill>
                        <a:schemeClr val="tx1"/>
                      </a:solidFill>
                    </a:rPr>
                    <a:t>approval</a:t>
                  </a: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2DE2E465-8DB9-5D84-4770-526E42446F6D}"/>
                    </a:ext>
                  </a:extLst>
                </p:cNvPr>
                <p:cNvCxnSpPr>
                  <a:cxnSpLocks/>
                  <a:stCxn id="38" idx="4"/>
                </p:cNvCxnSpPr>
                <p:nvPr/>
              </p:nvCxnSpPr>
              <p:spPr>
                <a:xfrm flipH="1">
                  <a:off x="6175500" y="505395"/>
                  <a:ext cx="314569" cy="17307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8D4EEC1-DACD-9CF5-3487-7D052ABBB474}"/>
                  </a:ext>
                </a:extLst>
              </p:cNvPr>
              <p:cNvGrpSpPr/>
              <p:nvPr/>
            </p:nvGrpSpPr>
            <p:grpSpPr>
              <a:xfrm>
                <a:off x="2451207" y="707679"/>
                <a:ext cx="5540102" cy="3298407"/>
                <a:chOff x="2451207" y="707679"/>
                <a:chExt cx="5540102" cy="329840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B1B37374-307D-E224-F0C6-04DA2340A24C}"/>
                    </a:ext>
                  </a:extLst>
                </p:cNvPr>
                <p:cNvGrpSpPr/>
                <p:nvPr/>
              </p:nvGrpSpPr>
              <p:grpSpPr>
                <a:xfrm>
                  <a:off x="2451207" y="707679"/>
                  <a:ext cx="5540102" cy="2751179"/>
                  <a:chOff x="2451207" y="707679"/>
                  <a:chExt cx="5540102" cy="2751179"/>
                </a:xfrm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75826612-3A59-6612-FA4A-B440E4D5B81C}"/>
                      </a:ext>
                    </a:extLst>
                  </p:cNvPr>
                  <p:cNvGrpSpPr/>
                  <p:nvPr/>
                </p:nvGrpSpPr>
                <p:grpSpPr>
                  <a:xfrm>
                    <a:off x="2451207" y="707679"/>
                    <a:ext cx="5540102" cy="2751179"/>
                    <a:chOff x="1959581" y="64699"/>
                    <a:chExt cx="8470154" cy="2931644"/>
                  </a:xfrm>
                </p:grpSpPr>
                <p:grpSp>
                  <p:nvGrpSpPr>
                    <p:cNvPr id="11" name="Group 10">
                      <a:extLst>
                        <a:ext uri="{FF2B5EF4-FFF2-40B4-BE49-F238E27FC236}">
                          <a16:creationId xmlns:a16="http://schemas.microsoft.com/office/drawing/2014/main" id="{724A6508-649E-C917-6533-273083121B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83019" y="64699"/>
                      <a:ext cx="5846716" cy="2702252"/>
                      <a:chOff x="4583019" y="64699"/>
                      <a:chExt cx="5846716" cy="2702252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1337EE07-53E2-1EE1-3009-81AE6057F7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20191" y="64699"/>
                        <a:ext cx="1905981" cy="947527"/>
                        <a:chOff x="4080332" y="1352897"/>
                        <a:chExt cx="2180596" cy="1076833"/>
                      </a:xfrm>
                    </p:grpSpPr>
                    <p:sp>
                      <p:nvSpPr>
                        <p:cNvPr id="32" name="Rectangle 31">
                          <a:extLst>
                            <a:ext uri="{FF2B5EF4-FFF2-40B4-BE49-F238E27FC236}">
                              <a16:creationId xmlns:a16="http://schemas.microsoft.com/office/drawing/2014/main" id="{2D152509-7403-A89E-61CF-74FE13BEE6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41077" y="2048757"/>
                          <a:ext cx="1419851" cy="38097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1"/>
                              </a:solidFill>
                            </a:rPr>
                            <a:t>laboratory</a:t>
                          </a:r>
                        </a:p>
                      </p:txBody>
                    </p:sp>
                    <p:sp>
                      <p:nvSpPr>
                        <p:cNvPr id="33" name="Oval 32">
                          <a:extLst>
                            <a:ext uri="{FF2B5EF4-FFF2-40B4-BE49-F238E27FC236}">
                              <a16:creationId xmlns:a16="http://schemas.microsoft.com/office/drawing/2014/main" id="{E7AAEDBB-4287-DDDC-48CF-F183E3AFB3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0332" y="1362815"/>
                          <a:ext cx="924753" cy="438816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700" u="sng" dirty="0" err="1">
                              <a:solidFill>
                                <a:schemeClr val="tx1"/>
                              </a:solidFill>
                            </a:rPr>
                            <a:t>l_Id</a:t>
                          </a:r>
                          <a:endParaRPr lang="en-US" sz="700" u="sng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" name="Oval 33">
                          <a:extLst>
                            <a:ext uri="{FF2B5EF4-FFF2-40B4-BE49-F238E27FC236}">
                              <a16:creationId xmlns:a16="http://schemas.microsoft.com/office/drawing/2014/main" id="{570D97DB-02AB-4B15-2DC9-20E60BA726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2843" y="1352897"/>
                          <a:ext cx="1108085" cy="438816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600" dirty="0">
                              <a:solidFill>
                                <a:schemeClr val="tx1"/>
                              </a:solidFill>
                            </a:rPr>
                            <a:t>name</a:t>
                          </a:r>
                        </a:p>
                      </p:txBody>
                    </p: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025FDE4B-E627-EA98-65F1-F35B53868629}"/>
                            </a:ext>
                          </a:extLst>
                        </p:cNvPr>
                        <p:cNvCxnSpPr>
                          <a:cxnSpLocks/>
                          <a:stCxn id="33" idx="4"/>
                        </p:cNvCxnSpPr>
                        <p:nvPr/>
                      </p:nvCxnSpPr>
                      <p:spPr>
                        <a:xfrm>
                          <a:off x="4542709" y="1801631"/>
                          <a:ext cx="387102" cy="228437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6" name="Straight Connector 35">
                          <a:extLst>
                            <a:ext uri="{FF2B5EF4-FFF2-40B4-BE49-F238E27FC236}">
                              <a16:creationId xmlns:a16="http://schemas.microsoft.com/office/drawing/2014/main" id="{3D43CB33-1AA3-ADD4-8703-2EE43B35A86C}"/>
                            </a:ext>
                          </a:extLst>
                        </p:cNvPr>
                        <p:cNvCxnSpPr>
                          <a:cxnSpLocks/>
                          <a:stCxn id="34" idx="4"/>
                          <a:endCxn id="32" idx="0"/>
                        </p:cNvCxnSpPr>
                        <p:nvPr/>
                      </p:nvCxnSpPr>
                      <p:spPr>
                        <a:xfrm flipH="1">
                          <a:off x="5551004" y="1791713"/>
                          <a:ext cx="155882" cy="257044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9" name="Diamond 18">
                        <a:extLst>
                          <a:ext uri="{FF2B5EF4-FFF2-40B4-BE49-F238E27FC236}">
                            <a16:creationId xmlns:a16="http://schemas.microsoft.com/office/drawing/2014/main" id="{08675972-6D77-3931-CDDC-A464EF393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2609" y="223113"/>
                        <a:ext cx="1490703" cy="749539"/>
                      </a:xfrm>
                      <a:prstGeom prst="diamond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500" dirty="0" err="1">
                            <a:solidFill>
                              <a:schemeClr val="tx1"/>
                            </a:solidFill>
                          </a:rPr>
                          <a:t>Attached_to</a:t>
                        </a:r>
                        <a:endParaRPr lang="en-US" sz="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20" name="Straight Connector 19">
                        <a:extLst>
                          <a:ext uri="{FF2B5EF4-FFF2-40B4-BE49-F238E27FC236}">
                            <a16:creationId xmlns:a16="http://schemas.microsoft.com/office/drawing/2014/main" id="{29D8DFDE-3FC7-89D4-A75C-C4AFC85E1F13}"/>
                          </a:ext>
                        </a:extLst>
                      </p:cNvPr>
                      <p:cNvCxnSpPr>
                        <a:cxnSpLocks/>
                        <a:stCxn id="19" idx="3"/>
                        <a:endCxn id="54" idx="1"/>
                      </p:cNvCxnSpPr>
                      <p:nvPr/>
                    </p:nvCxnSpPr>
                    <p:spPr>
                      <a:xfrm>
                        <a:off x="8833312" y="597882"/>
                        <a:ext cx="1596423" cy="16052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" name="Connector: Elbow 20">
                        <a:extLst>
                          <a:ext uri="{FF2B5EF4-FFF2-40B4-BE49-F238E27FC236}">
                            <a16:creationId xmlns:a16="http://schemas.microsoft.com/office/drawing/2014/main" id="{9966025A-BDCA-6C9F-DBF5-43425E42AC42}"/>
                          </a:ext>
                        </a:extLst>
                      </p:cNvPr>
                      <p:cNvCxnSpPr>
                        <a:cxnSpLocks/>
                        <a:stCxn id="32" idx="3"/>
                        <a:endCxn id="10" idx="1"/>
                      </p:cNvCxnSpPr>
                      <p:nvPr/>
                    </p:nvCxnSpPr>
                    <p:spPr>
                      <a:xfrm>
                        <a:off x="6626173" y="844613"/>
                        <a:ext cx="1412028" cy="1227377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57150" cap="flat" cmpd="sng" algn="ctr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arrow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2" name="Diamond 21">
                        <a:extLst>
                          <a:ext uri="{FF2B5EF4-FFF2-40B4-BE49-F238E27FC236}">
                            <a16:creationId xmlns:a16="http://schemas.microsoft.com/office/drawing/2014/main" id="{1883E9BF-0CC0-B8BC-C485-5CEF4A07A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62691" y="1218516"/>
                        <a:ext cx="1239406" cy="785279"/>
                      </a:xfrm>
                      <a:prstGeom prst="diamond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hosts</a:t>
                        </a:r>
                      </a:p>
                    </p:txBody>
                  </p:sp>
                  <p:cxnSp>
                    <p:nvCxnSpPr>
                      <p:cNvPr id="23" name="Straight Connector 22">
                        <a:extLst>
                          <a:ext uri="{FF2B5EF4-FFF2-40B4-BE49-F238E27FC236}">
                            <a16:creationId xmlns:a16="http://schemas.microsoft.com/office/drawing/2014/main" id="{D2AC5A8B-38BE-BEF6-CB44-A8E8237FEF23}"/>
                          </a:ext>
                        </a:extLst>
                      </p:cNvPr>
                      <p:cNvCxnSpPr>
                        <a:cxnSpLocks/>
                        <a:stCxn id="22" idx="0"/>
                        <a:endCxn id="32" idx="2"/>
                      </p:cNvCxnSpPr>
                      <p:nvPr/>
                    </p:nvCxnSpPr>
                    <p:spPr>
                      <a:xfrm flipH="1" flipV="1">
                        <a:off x="6005653" y="1012226"/>
                        <a:ext cx="76741" cy="2062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12E470F8-25DB-D1D6-379A-A3DFC06CF6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64" y="2440455"/>
                        <a:ext cx="1750300" cy="3264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700" dirty="0" err="1">
                            <a:solidFill>
                              <a:schemeClr val="tx1"/>
                            </a:solidFill>
                          </a:rPr>
                          <a:t>Equipment_units</a:t>
                        </a:r>
                        <a:endParaRPr lang="en-US" sz="7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35EF8D65-1AD6-6C48-FF0C-1D56B1522CCE}"/>
                          </a:ext>
                        </a:extLst>
                      </p:cNvPr>
                      <p:cNvCxnSpPr>
                        <a:cxnSpLocks/>
                        <a:stCxn id="22" idx="2"/>
                      </p:cNvCxnSpPr>
                      <p:nvPr/>
                    </p:nvCxnSpPr>
                    <p:spPr>
                      <a:xfrm>
                        <a:off x="6082394" y="2003794"/>
                        <a:ext cx="0" cy="436659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9CA605A7-54B7-B402-3A7A-FC45819A21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83019" y="1082054"/>
                        <a:ext cx="1174131" cy="30592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700" dirty="0">
                            <a:solidFill>
                              <a:schemeClr val="tx1"/>
                            </a:solidFill>
                          </a:rPr>
                          <a:t>location</a:t>
                        </a:r>
                      </a:p>
                    </p:txBody>
                  </p:sp>
                  <p:cxnSp>
                    <p:nvCxnSpPr>
                      <p:cNvPr id="27" name="Straight Connector 26">
                        <a:extLst>
                          <a:ext uri="{FF2B5EF4-FFF2-40B4-BE49-F238E27FC236}">
                            <a16:creationId xmlns:a16="http://schemas.microsoft.com/office/drawing/2014/main" id="{4A4128EB-C492-4473-9353-C81AAF53C296}"/>
                          </a:ext>
                        </a:extLst>
                      </p:cNvPr>
                      <p:cNvCxnSpPr>
                        <a:cxnSpLocks/>
                        <a:stCxn id="26" idx="4"/>
                      </p:cNvCxnSpPr>
                      <p:nvPr/>
                    </p:nvCxnSpPr>
                    <p:spPr>
                      <a:xfrm>
                        <a:off x="5170085" y="1387979"/>
                        <a:ext cx="410277" cy="13646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5B158392-8EEA-9205-0A94-991156D45D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6892" y="1917079"/>
                        <a:ext cx="1236481" cy="30592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700" dirty="0">
                            <a:solidFill>
                              <a:schemeClr val="tx1"/>
                            </a:solidFill>
                          </a:rPr>
                          <a:t>portability</a:t>
                        </a:r>
                      </a:p>
                    </p:txBody>
                  </p:sp>
                  <p:cxnSp>
                    <p:nvCxnSpPr>
                      <p:cNvPr id="29" name="Straight Connector 28">
                        <a:extLst>
                          <a:ext uri="{FF2B5EF4-FFF2-40B4-BE49-F238E27FC236}">
                            <a16:creationId xmlns:a16="http://schemas.microsoft.com/office/drawing/2014/main" id="{16EB5B8D-942D-9FDF-0819-AB3087F023DE}"/>
                          </a:ext>
                        </a:extLst>
                      </p:cNvPr>
                      <p:cNvCxnSpPr>
                        <a:cxnSpLocks/>
                        <a:stCxn id="28" idx="4"/>
                      </p:cNvCxnSpPr>
                      <p:nvPr/>
                    </p:nvCxnSpPr>
                    <p:spPr>
                      <a:xfrm>
                        <a:off x="5385133" y="2223004"/>
                        <a:ext cx="165588" cy="223175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0" name="Oval 29">
                        <a:extLst>
                          <a:ext uri="{FF2B5EF4-FFF2-40B4-BE49-F238E27FC236}">
                            <a16:creationId xmlns:a16="http://schemas.microsoft.com/office/drawing/2014/main" id="{8845AC65-970A-AF50-155E-4DC97A862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73953" y="1948872"/>
                        <a:ext cx="904441" cy="30592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600" u="sng" dirty="0" err="1">
                            <a:solidFill>
                              <a:schemeClr val="tx1"/>
                            </a:solidFill>
                          </a:rPr>
                          <a:t>eqU_id</a:t>
                        </a:r>
                        <a:endParaRPr lang="en-US" sz="600" u="sng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31" name="Straight Connector 30">
                        <a:extLst>
                          <a:ext uri="{FF2B5EF4-FFF2-40B4-BE49-F238E27FC236}">
                            <a16:creationId xmlns:a16="http://schemas.microsoft.com/office/drawing/2014/main" id="{0292D74F-3E6B-6252-F776-27E4BE2613E5}"/>
                          </a:ext>
                        </a:extLst>
                      </p:cNvPr>
                      <p:cNvCxnSpPr>
                        <a:cxnSpLocks/>
                        <a:stCxn id="30" idx="4"/>
                      </p:cNvCxnSpPr>
                      <p:nvPr/>
                    </p:nvCxnSpPr>
                    <p:spPr>
                      <a:xfrm flipH="1">
                        <a:off x="6467914" y="2254797"/>
                        <a:ext cx="158261" cy="181127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8DAFBDBB-8359-FF4B-44F5-785476798B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59581" y="1917078"/>
                      <a:ext cx="3163712" cy="1079265"/>
                      <a:chOff x="1959581" y="1917078"/>
                      <a:chExt cx="3163712" cy="1079265"/>
                    </a:xfrm>
                  </p:grpSpPr>
                  <p:sp>
                    <p:nvSpPr>
                      <p:cNvPr id="13" name="Diamond 12">
                        <a:extLst>
                          <a:ext uri="{FF2B5EF4-FFF2-40B4-BE49-F238E27FC236}">
                            <a16:creationId xmlns:a16="http://schemas.microsoft.com/office/drawing/2014/main" id="{7447986B-1DD9-A6E3-B13D-33E252E24D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19144" y="2211064"/>
                        <a:ext cx="1304149" cy="785279"/>
                      </a:xfrm>
                      <a:prstGeom prst="diamond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500" dirty="0" err="1"/>
                          <a:t>Correspond_to</a:t>
                        </a:r>
                        <a:endParaRPr lang="en-US" sz="500" dirty="0"/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C18E7B32-9C93-A54F-A292-8A2CB4D944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59581" y="2407595"/>
                        <a:ext cx="1644489" cy="40329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600" b="1" dirty="0" err="1">
                            <a:solidFill>
                              <a:schemeClr val="tx1"/>
                            </a:solidFill>
                          </a:rPr>
                          <a:t>Equipment_model</a:t>
                        </a:r>
                        <a:endParaRPr lang="en-US" sz="6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15" name="Straight Connector 14">
                        <a:extLst>
                          <a:ext uri="{FF2B5EF4-FFF2-40B4-BE49-F238E27FC236}">
                            <a16:creationId xmlns:a16="http://schemas.microsoft.com/office/drawing/2014/main" id="{1BCB270B-4754-0B93-EC95-464E636B1127}"/>
                          </a:ext>
                        </a:extLst>
                      </p:cNvPr>
                      <p:cNvCxnSpPr>
                        <a:cxnSpLocks/>
                        <a:stCxn id="13" idx="1"/>
                        <a:endCxn id="14" idx="3"/>
                      </p:cNvCxnSpPr>
                      <p:nvPr/>
                    </p:nvCxnSpPr>
                    <p:spPr>
                      <a:xfrm flipH="1">
                        <a:off x="3604070" y="2603704"/>
                        <a:ext cx="215074" cy="5541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6" name="Oval 15">
                        <a:extLst>
                          <a:ext uri="{FF2B5EF4-FFF2-40B4-BE49-F238E27FC236}">
                            <a16:creationId xmlns:a16="http://schemas.microsoft.com/office/drawing/2014/main" id="{238106D0-7286-46E3-7730-7BD2A5E79E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63670" y="1917078"/>
                        <a:ext cx="1756049" cy="30592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700" u="sng" dirty="0" err="1">
                            <a:solidFill>
                              <a:schemeClr val="tx1"/>
                            </a:solidFill>
                          </a:rPr>
                          <a:t>Store_model_id</a:t>
                        </a:r>
                        <a:endParaRPr lang="en-US" sz="700" u="sng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17" name="Straight Connector 16">
                        <a:extLst>
                          <a:ext uri="{FF2B5EF4-FFF2-40B4-BE49-F238E27FC236}">
                            <a16:creationId xmlns:a16="http://schemas.microsoft.com/office/drawing/2014/main" id="{DDB9A3A7-2589-061E-CB81-805CAC4328F1}"/>
                          </a:ext>
                        </a:extLst>
                      </p:cNvPr>
                      <p:cNvCxnSpPr>
                        <a:cxnSpLocks/>
                        <a:stCxn id="16" idx="4"/>
                        <a:endCxn id="14" idx="0"/>
                      </p:cNvCxnSpPr>
                      <p:nvPr/>
                    </p:nvCxnSpPr>
                    <p:spPr>
                      <a:xfrm flipH="1">
                        <a:off x="2781826" y="2223003"/>
                        <a:ext cx="59870" cy="184592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0" name="Diamond 9">
                    <a:extLst>
                      <a:ext uri="{FF2B5EF4-FFF2-40B4-BE49-F238E27FC236}">
                        <a16:creationId xmlns:a16="http://schemas.microsoft.com/office/drawing/2014/main" id="{431FAD91-9700-7238-9436-F40FF125AA1C}"/>
                      </a:ext>
                    </a:extLst>
                  </p:cNvPr>
                  <p:cNvSpPr/>
                  <p:nvPr/>
                </p:nvSpPr>
                <p:spPr>
                  <a:xfrm>
                    <a:off x="6427070" y="2301108"/>
                    <a:ext cx="975029" cy="580594"/>
                  </a:xfrm>
                  <a:prstGeom prst="diamond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400" dirty="0" err="1">
                        <a:solidFill>
                          <a:schemeClr val="tx1"/>
                        </a:solidFill>
                      </a:rPr>
                      <a:t>Supervised_by</a:t>
                    </a:r>
                    <a:endParaRPr lang="en-US" sz="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8" name="Connector: Elbow 7">
                  <a:extLst>
                    <a:ext uri="{FF2B5EF4-FFF2-40B4-BE49-F238E27FC236}">
                      <a16:creationId xmlns:a16="http://schemas.microsoft.com/office/drawing/2014/main" id="{49E96733-41F3-20F7-9A1E-BA866D9F738C}"/>
                    </a:ext>
                  </a:extLst>
                </p:cNvPr>
                <p:cNvCxnSpPr>
                  <a:cxnSpLocks/>
                  <a:stCxn id="10" idx="2"/>
                  <a:endCxn id="47" idx="1"/>
                </p:cNvCxnSpPr>
                <p:nvPr/>
              </p:nvCxnSpPr>
              <p:spPr>
                <a:xfrm rot="16200000" flipH="1">
                  <a:off x="6838154" y="2958132"/>
                  <a:ext cx="1124384" cy="971523"/>
                </a:xfrm>
                <a:prstGeom prst="bentConnector2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0AC008F-FCF5-DA3F-9AFA-AAB5EEAECF1D}"/>
                </a:ext>
              </a:extLst>
            </p:cNvPr>
            <p:cNvCxnSpPr>
              <a:cxnSpLocks/>
              <a:stCxn id="24" idx="1"/>
              <a:endCxn id="13" idx="3"/>
            </p:cNvCxnSpPr>
            <p:nvPr/>
          </p:nvCxnSpPr>
          <p:spPr>
            <a:xfrm flipH="1">
              <a:off x="1660229" y="3174477"/>
              <a:ext cx="12074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EEA750F6-7BB5-A678-E8DC-835FBA7208B3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rot="10800000" flipV="1">
              <a:off x="2427959" y="1580571"/>
              <a:ext cx="365983" cy="87466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25556D0-801A-64ED-4505-218ACF947A0C}"/>
                </a:ext>
              </a:extLst>
            </p:cNvPr>
            <p:cNvSpPr txBox="1"/>
            <p:nvPr/>
          </p:nvSpPr>
          <p:spPr>
            <a:xfrm>
              <a:off x="964406" y="535781"/>
              <a:ext cx="1559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Reservations</a:t>
              </a:r>
            </a:p>
          </p:txBody>
        </p:sp>
        <p:sp>
          <p:nvSpPr>
            <p:cNvPr id="85" name="Diamond 84">
              <a:extLst>
                <a:ext uri="{FF2B5EF4-FFF2-40B4-BE49-F238E27FC236}">
                  <a16:creationId xmlns:a16="http://schemas.microsoft.com/office/drawing/2014/main" id="{7B66323C-1B60-6CC1-053F-AAB2120C24B8}"/>
                </a:ext>
              </a:extLst>
            </p:cNvPr>
            <p:cNvSpPr/>
            <p:nvPr/>
          </p:nvSpPr>
          <p:spPr>
            <a:xfrm>
              <a:off x="6694243" y="1371061"/>
              <a:ext cx="874533" cy="381306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play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9048C2A-BF7F-1D34-1C5C-53CC87B98B6D}"/>
                </a:ext>
              </a:extLst>
            </p:cNvPr>
            <p:cNvCxnSpPr>
              <a:cxnSpLocks/>
              <a:stCxn id="54" idx="3"/>
              <a:endCxn id="85" idx="1"/>
            </p:cNvCxnSpPr>
            <p:nvPr/>
          </p:nvCxnSpPr>
          <p:spPr>
            <a:xfrm flipV="1">
              <a:off x="4930577" y="1561714"/>
              <a:ext cx="1763666" cy="3161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A497A11-AC81-0B45-4207-04BFD2A36719}"/>
                </a:ext>
              </a:extLst>
            </p:cNvPr>
            <p:cNvSpPr/>
            <p:nvPr/>
          </p:nvSpPr>
          <p:spPr>
            <a:xfrm>
              <a:off x="10007444" y="2255463"/>
              <a:ext cx="1318140" cy="3813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</a:rPr>
                <a:t>Research</a:t>
              </a:r>
              <a:r>
                <a:rPr lang="en-US" sz="900" dirty="0" err="1">
                  <a:solidFill>
                    <a:schemeClr val="tx1"/>
                  </a:solidFill>
                </a:rPr>
                <a:t>_</a:t>
              </a:r>
              <a:r>
                <a:rPr lang="en-US" sz="1050" dirty="0" err="1">
                  <a:solidFill>
                    <a:schemeClr val="tx1"/>
                  </a:solidFill>
                </a:rPr>
                <a:t>project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8A468F-E9D3-EF03-ABF3-25AE70B60C48}"/>
                </a:ext>
              </a:extLst>
            </p:cNvPr>
            <p:cNvSpPr/>
            <p:nvPr/>
          </p:nvSpPr>
          <p:spPr>
            <a:xfrm>
              <a:off x="7840487" y="1376429"/>
              <a:ext cx="821301" cy="38130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Role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29867DF-ADDD-F830-C43D-94A663C94AE0}"/>
                </a:ext>
              </a:extLst>
            </p:cNvPr>
            <p:cNvCxnSpPr>
              <a:cxnSpLocks/>
              <a:stCxn id="85" idx="3"/>
              <a:endCxn id="88" idx="1"/>
            </p:cNvCxnSpPr>
            <p:nvPr/>
          </p:nvCxnSpPr>
          <p:spPr>
            <a:xfrm>
              <a:off x="7568776" y="1561714"/>
              <a:ext cx="271711" cy="53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0" name="Diamond 89">
              <a:extLst>
                <a:ext uri="{FF2B5EF4-FFF2-40B4-BE49-F238E27FC236}">
                  <a16:creationId xmlns:a16="http://schemas.microsoft.com/office/drawing/2014/main" id="{9256AD82-AF76-1C3A-2130-08C98F180929}"/>
                </a:ext>
              </a:extLst>
            </p:cNvPr>
            <p:cNvSpPr/>
            <p:nvPr/>
          </p:nvSpPr>
          <p:spPr>
            <a:xfrm>
              <a:off x="7329045" y="1991182"/>
              <a:ext cx="1844184" cy="900404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1"/>
                  </a:solidFill>
                </a:rPr>
                <a:t>Associated_to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9CA72A4-E828-2D58-5438-1A1CEA73EE93}"/>
                </a:ext>
              </a:extLst>
            </p:cNvPr>
            <p:cNvCxnSpPr>
              <a:stCxn id="88" idx="2"/>
              <a:endCxn id="90" idx="0"/>
            </p:cNvCxnSpPr>
            <p:nvPr/>
          </p:nvCxnSpPr>
          <p:spPr>
            <a:xfrm flipH="1">
              <a:off x="8251137" y="1757735"/>
              <a:ext cx="1" cy="23344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2FEEB0F-9C97-6B2D-FC87-A6E0AF058F67}"/>
                </a:ext>
              </a:extLst>
            </p:cNvPr>
            <p:cNvCxnSpPr>
              <a:stCxn id="90" idx="3"/>
              <a:endCxn id="87" idx="1"/>
            </p:cNvCxnSpPr>
            <p:nvPr/>
          </p:nvCxnSpPr>
          <p:spPr>
            <a:xfrm>
              <a:off x="9173229" y="2441384"/>
              <a:ext cx="834215" cy="473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C718D16-5744-D7F2-B079-333BFE95245B}"/>
                </a:ext>
              </a:extLst>
            </p:cNvPr>
            <p:cNvSpPr/>
            <p:nvPr/>
          </p:nvSpPr>
          <p:spPr>
            <a:xfrm>
              <a:off x="9932196" y="1607090"/>
              <a:ext cx="1468636" cy="38612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u="sng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project_code</a:t>
              </a:r>
              <a:endParaRPr lang="en-US" sz="1100" u="sng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882C9C5-F5F4-BDC8-5F1B-E9A67BFE13B7}"/>
                </a:ext>
              </a:extLst>
            </p:cNvPr>
            <p:cNvCxnSpPr>
              <a:cxnSpLocks/>
              <a:stCxn id="93" idx="4"/>
              <a:endCxn id="87" idx="0"/>
            </p:cNvCxnSpPr>
            <p:nvPr/>
          </p:nvCxnSpPr>
          <p:spPr>
            <a:xfrm>
              <a:off x="10666514" y="1993213"/>
              <a:ext cx="0" cy="26225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5" name="Diamond 94">
              <a:extLst>
                <a:ext uri="{FF2B5EF4-FFF2-40B4-BE49-F238E27FC236}">
                  <a16:creationId xmlns:a16="http://schemas.microsoft.com/office/drawing/2014/main" id="{17D8200A-2991-7A37-AE68-67738126E096}"/>
                </a:ext>
              </a:extLst>
            </p:cNvPr>
            <p:cNvSpPr/>
            <p:nvPr/>
          </p:nvSpPr>
          <p:spPr>
            <a:xfrm>
              <a:off x="7730731" y="2977419"/>
              <a:ext cx="1040812" cy="668887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make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85D348D3-F188-5D33-B8E1-A0ED83EAE925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>
              <a:off x="4930577" y="1637192"/>
              <a:ext cx="2800154" cy="1674671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A8CFC730-07A3-2134-D513-0C6BFD531719}"/>
                </a:ext>
              </a:extLst>
            </p:cNvPr>
            <p:cNvCxnSpPr>
              <a:stCxn id="95" idx="3"/>
            </p:cNvCxnSpPr>
            <p:nvPr/>
          </p:nvCxnSpPr>
          <p:spPr>
            <a:xfrm flipV="1">
              <a:off x="8771543" y="2573438"/>
              <a:ext cx="1235901" cy="738425"/>
            </a:xfrm>
            <a:prstGeom prst="bentConnector3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9A68818-1F8E-5A99-537A-D73BA86F1C9D}"/>
                </a:ext>
              </a:extLst>
            </p:cNvPr>
            <p:cNvGrpSpPr/>
            <p:nvPr/>
          </p:nvGrpSpPr>
          <p:grpSpPr>
            <a:xfrm>
              <a:off x="290341" y="3656036"/>
              <a:ext cx="3300354" cy="948834"/>
              <a:chOff x="4042737" y="3567584"/>
              <a:chExt cx="3589587" cy="948834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560BB244-482E-4015-279F-78AC49BE2FA4}"/>
                  </a:ext>
                </a:extLst>
              </p:cNvPr>
              <p:cNvSpPr/>
              <p:nvPr/>
            </p:nvSpPr>
            <p:spPr>
              <a:xfrm>
                <a:off x="4635510" y="4090960"/>
                <a:ext cx="1446872" cy="32649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budget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0FA8994-F4BD-2BDF-4944-60E9126DCDFE}"/>
                  </a:ext>
                </a:extLst>
              </p:cNvPr>
              <p:cNvSpPr/>
              <p:nvPr/>
            </p:nvSpPr>
            <p:spPr>
              <a:xfrm>
                <a:off x="4042737" y="3567584"/>
                <a:ext cx="1236481" cy="30592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u="sng" dirty="0" err="1">
                    <a:solidFill>
                      <a:schemeClr val="tx1"/>
                    </a:solidFill>
                  </a:rPr>
                  <a:t>bg_line</a:t>
                </a:r>
                <a:endParaRPr lang="en-US" sz="1200" u="sng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DE1D7F8-C709-7F03-F7D6-03D8A2EE0BB3}"/>
                  </a:ext>
                </a:extLst>
              </p:cNvPr>
              <p:cNvCxnSpPr>
                <a:cxnSpLocks/>
                <a:stCxn id="100" idx="4"/>
              </p:cNvCxnSpPr>
              <p:nvPr/>
            </p:nvCxnSpPr>
            <p:spPr>
              <a:xfrm>
                <a:off x="4660978" y="3873509"/>
                <a:ext cx="165588" cy="22317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2" name="Diamond 101">
                <a:extLst>
                  <a:ext uri="{FF2B5EF4-FFF2-40B4-BE49-F238E27FC236}">
                    <a16:creationId xmlns:a16="http://schemas.microsoft.com/office/drawing/2014/main" id="{701447B2-B69A-A31B-67DB-34B77057D235}"/>
                  </a:ext>
                </a:extLst>
              </p:cNvPr>
              <p:cNvSpPr/>
              <p:nvPr/>
            </p:nvSpPr>
            <p:spPr>
              <a:xfrm>
                <a:off x="6395843" y="3861570"/>
                <a:ext cx="1236481" cy="654848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manage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A4CABCB6-4E09-A3AB-4E2E-8406991EBA8A}"/>
                  </a:ext>
                </a:extLst>
              </p:cNvPr>
              <p:cNvCxnSpPr>
                <a:cxnSpLocks/>
                <a:endCxn id="102" idx="1"/>
              </p:cNvCxnSpPr>
              <p:nvPr/>
            </p:nvCxnSpPr>
            <p:spPr>
              <a:xfrm>
                <a:off x="6082382" y="4166743"/>
                <a:ext cx="313461" cy="222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Left Bracket 103">
              <a:extLst>
                <a:ext uri="{FF2B5EF4-FFF2-40B4-BE49-F238E27FC236}">
                  <a16:creationId xmlns:a16="http://schemas.microsoft.com/office/drawing/2014/main" id="{B5FAE13B-2D0A-CBD9-9198-000F93E486A8}"/>
                </a:ext>
              </a:extLst>
            </p:cNvPr>
            <p:cNvSpPr/>
            <p:nvPr/>
          </p:nvSpPr>
          <p:spPr>
            <a:xfrm>
              <a:off x="4035711" y="3837114"/>
              <a:ext cx="56899" cy="193191"/>
            </a:xfrm>
            <a:prstGeom prst="leftBracke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" name="Connector: Elbow 104">
              <a:extLst>
                <a:ext uri="{FF2B5EF4-FFF2-40B4-BE49-F238E27FC236}">
                  <a16:creationId xmlns:a16="http://schemas.microsoft.com/office/drawing/2014/main" id="{CF1F283D-1F73-B05F-7203-5F7BDDC44A9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926866" y="3320748"/>
              <a:ext cx="692163" cy="337563"/>
            </a:xfrm>
            <a:prstGeom prst="bentConnector3">
              <a:avLst>
                <a:gd name="adj1" fmla="val 97008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Diamond 105">
              <a:extLst>
                <a:ext uri="{FF2B5EF4-FFF2-40B4-BE49-F238E27FC236}">
                  <a16:creationId xmlns:a16="http://schemas.microsoft.com/office/drawing/2014/main" id="{BCEAB4D7-84E0-03B9-5099-BB3EAA118EBC}"/>
                </a:ext>
              </a:extLst>
            </p:cNvPr>
            <p:cNvSpPr/>
            <p:nvPr/>
          </p:nvSpPr>
          <p:spPr>
            <a:xfrm>
              <a:off x="6058507" y="4265105"/>
              <a:ext cx="1136851" cy="785279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Funded by</a:t>
              </a:r>
            </a:p>
          </p:txBody>
        </p: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68A3B82C-255F-B6A0-6A1C-C33ECEA1992E}"/>
                </a:ext>
              </a:extLst>
            </p:cNvPr>
            <p:cNvCxnSpPr>
              <a:cxnSpLocks/>
              <a:stCxn id="106" idx="3"/>
              <a:endCxn id="87" idx="2"/>
            </p:cNvCxnSpPr>
            <p:nvPr/>
          </p:nvCxnSpPr>
          <p:spPr>
            <a:xfrm flipV="1">
              <a:off x="7195358" y="2636769"/>
              <a:ext cx="3471156" cy="2020976"/>
            </a:xfrm>
            <a:prstGeom prst="bentConnector2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: Elbow 107">
              <a:extLst>
                <a:ext uri="{FF2B5EF4-FFF2-40B4-BE49-F238E27FC236}">
                  <a16:creationId xmlns:a16="http://schemas.microsoft.com/office/drawing/2014/main" id="{3A24E33C-0F34-DD5E-3030-C10B2A198617}"/>
                </a:ext>
              </a:extLst>
            </p:cNvPr>
            <p:cNvCxnSpPr>
              <a:stCxn id="32" idx="1"/>
            </p:cNvCxnSpPr>
            <p:nvPr/>
          </p:nvCxnSpPr>
          <p:spPr>
            <a:xfrm rot="10800000">
              <a:off x="1357577" y="1030643"/>
              <a:ext cx="436411" cy="745991"/>
            </a:xfrm>
            <a:prstGeom prst="bentConnector2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8C4AC21-DC82-C8DB-8416-C68C2EA91F46}"/>
                </a:ext>
              </a:extLst>
            </p:cNvPr>
            <p:cNvCxnSpPr/>
            <p:nvPr/>
          </p:nvCxnSpPr>
          <p:spPr>
            <a:xfrm>
              <a:off x="1357575" y="1009768"/>
              <a:ext cx="1025474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BB8B5EF-0E0B-9A44-A6C9-34951AAF12DF}"/>
                </a:ext>
              </a:extLst>
            </p:cNvPr>
            <p:cNvCxnSpPr>
              <a:cxnSpLocks/>
            </p:cNvCxnSpPr>
            <p:nvPr/>
          </p:nvCxnSpPr>
          <p:spPr>
            <a:xfrm>
              <a:off x="11612319" y="1009768"/>
              <a:ext cx="0" cy="385502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0462FBD-5100-1A60-46E9-C0418E50490B}"/>
                </a:ext>
              </a:extLst>
            </p:cNvPr>
            <p:cNvCxnSpPr>
              <a:cxnSpLocks/>
            </p:cNvCxnSpPr>
            <p:nvPr/>
          </p:nvCxnSpPr>
          <p:spPr>
            <a:xfrm>
              <a:off x="6923356" y="4848398"/>
              <a:ext cx="4688963" cy="16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or: Elbow 111">
              <a:extLst>
                <a:ext uri="{FF2B5EF4-FFF2-40B4-BE49-F238E27FC236}">
                  <a16:creationId xmlns:a16="http://schemas.microsoft.com/office/drawing/2014/main" id="{88CA80C2-1142-811F-54A2-147B4D51240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697815" y="2308410"/>
              <a:ext cx="151835" cy="4558012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B89724D-3569-6689-A1AF-A39D61F96BB8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>
              <a:off x="3590695" y="4277446"/>
              <a:ext cx="50191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B826FD2-DE87-49E6-C214-FDE62CD21578}"/>
                </a:ext>
              </a:extLst>
            </p:cNvPr>
            <p:cNvCxnSpPr>
              <a:stCxn id="104" idx="2"/>
            </p:cNvCxnSpPr>
            <p:nvPr/>
          </p:nvCxnSpPr>
          <p:spPr>
            <a:xfrm flipH="1">
              <a:off x="4085843" y="4030305"/>
              <a:ext cx="6767" cy="24714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BEEFFE71-423B-BB6A-A16A-F7B7CC30B939}"/>
                </a:ext>
              </a:extLst>
            </p:cNvPr>
            <p:cNvCxnSpPr>
              <a:cxnSpLocks/>
              <a:endCxn id="95" idx="2"/>
            </p:cNvCxnSpPr>
            <p:nvPr/>
          </p:nvCxnSpPr>
          <p:spPr>
            <a:xfrm flipV="1">
              <a:off x="8246752" y="3646306"/>
              <a:ext cx="4385" cy="77049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Left Bracket 121">
              <a:extLst>
                <a:ext uri="{FF2B5EF4-FFF2-40B4-BE49-F238E27FC236}">
                  <a16:creationId xmlns:a16="http://schemas.microsoft.com/office/drawing/2014/main" id="{79FCD5EB-4DAD-A979-C311-5305F80FEB37}"/>
                </a:ext>
              </a:extLst>
            </p:cNvPr>
            <p:cNvSpPr/>
            <p:nvPr/>
          </p:nvSpPr>
          <p:spPr>
            <a:xfrm flipH="1">
              <a:off x="8246752" y="4400661"/>
              <a:ext cx="269414" cy="752499"/>
            </a:xfrm>
            <a:prstGeom prst="leftBracket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AF44F10-F519-F597-D5F1-6BEA207BF557}"/>
                </a:ext>
              </a:extLst>
            </p:cNvPr>
            <p:cNvSpPr/>
            <p:nvPr/>
          </p:nvSpPr>
          <p:spPr>
            <a:xfrm>
              <a:off x="4869596" y="5421207"/>
              <a:ext cx="1318140" cy="3813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Reservation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34" name="Diamond 133">
              <a:extLst>
                <a:ext uri="{FF2B5EF4-FFF2-40B4-BE49-F238E27FC236}">
                  <a16:creationId xmlns:a16="http://schemas.microsoft.com/office/drawing/2014/main" id="{7787D442-3C7C-0F47-0A29-12B400241C0D}"/>
                </a:ext>
              </a:extLst>
            </p:cNvPr>
            <p:cNvSpPr/>
            <p:nvPr/>
          </p:nvSpPr>
          <p:spPr>
            <a:xfrm>
              <a:off x="4942078" y="4734508"/>
              <a:ext cx="1173176" cy="501288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Assign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8E2749D-3973-DD3F-E116-9E9EFE31234A}"/>
                </a:ext>
              </a:extLst>
            </p:cNvPr>
            <p:cNvCxnSpPr>
              <a:cxnSpLocks/>
              <a:endCxn id="153" idx="0"/>
            </p:cNvCxnSpPr>
            <p:nvPr/>
          </p:nvCxnSpPr>
          <p:spPr>
            <a:xfrm flipH="1">
              <a:off x="6461040" y="1636426"/>
              <a:ext cx="13073" cy="1568363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929FF0B-2627-1BB9-880E-3A4F5BD998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8666" y="4255195"/>
              <a:ext cx="932374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Left Bracket 138">
              <a:extLst>
                <a:ext uri="{FF2B5EF4-FFF2-40B4-BE49-F238E27FC236}">
                  <a16:creationId xmlns:a16="http://schemas.microsoft.com/office/drawing/2014/main" id="{36F690C9-3011-6A42-0123-C6325CFBC179}"/>
                </a:ext>
              </a:extLst>
            </p:cNvPr>
            <p:cNvSpPr/>
            <p:nvPr/>
          </p:nvSpPr>
          <p:spPr>
            <a:xfrm flipH="1">
              <a:off x="5528666" y="4547356"/>
              <a:ext cx="162682" cy="151836"/>
            </a:xfrm>
            <a:prstGeom prst="leftBracket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4B453F22-0D00-809B-6C1B-90733EDD886C}"/>
                </a:ext>
              </a:extLst>
            </p:cNvPr>
            <p:cNvCxnSpPr>
              <a:cxnSpLocks/>
              <a:endCxn id="139" idx="0"/>
            </p:cNvCxnSpPr>
            <p:nvPr/>
          </p:nvCxnSpPr>
          <p:spPr>
            <a:xfrm flipH="1">
              <a:off x="5528666" y="4255195"/>
              <a:ext cx="6766" cy="29216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ight Bracket 152">
              <a:extLst>
                <a:ext uri="{FF2B5EF4-FFF2-40B4-BE49-F238E27FC236}">
                  <a16:creationId xmlns:a16="http://schemas.microsoft.com/office/drawing/2014/main" id="{7C9BE47C-0BBB-655B-7807-C9B319FEDEAF}"/>
                </a:ext>
              </a:extLst>
            </p:cNvPr>
            <p:cNvSpPr/>
            <p:nvPr/>
          </p:nvSpPr>
          <p:spPr>
            <a:xfrm>
              <a:off x="6461040" y="3204789"/>
              <a:ext cx="99619" cy="273518"/>
            </a:xfrm>
            <a:prstGeom prst="rightBracket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D6D64DB-9D12-5A6C-4F36-F220F4408F27}"/>
                </a:ext>
              </a:extLst>
            </p:cNvPr>
            <p:cNvCxnSpPr>
              <a:stCxn id="153" idx="1"/>
            </p:cNvCxnSpPr>
            <p:nvPr/>
          </p:nvCxnSpPr>
          <p:spPr>
            <a:xfrm>
              <a:off x="6461040" y="3478307"/>
              <a:ext cx="0" cy="79913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ADF860A-7DA0-AC39-0740-44318A5C0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5522" y="1636426"/>
              <a:ext cx="207234" cy="613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52C6CA9B-9FD7-223E-5C6C-E1A938D510E9}"/>
                </a:ext>
              </a:extLst>
            </p:cNvPr>
            <p:cNvCxnSpPr>
              <a:cxnSpLocks/>
              <a:stCxn id="132" idx="0"/>
              <a:endCxn id="134" idx="2"/>
            </p:cNvCxnSpPr>
            <p:nvPr/>
          </p:nvCxnSpPr>
          <p:spPr>
            <a:xfrm flipV="1">
              <a:off x="5528666" y="5235796"/>
              <a:ext cx="0" cy="185411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Diamond 213">
              <a:extLst>
                <a:ext uri="{FF2B5EF4-FFF2-40B4-BE49-F238E27FC236}">
                  <a16:creationId xmlns:a16="http://schemas.microsoft.com/office/drawing/2014/main" id="{801E3C39-133F-7FCC-69EB-048BA98CF45B}"/>
                </a:ext>
              </a:extLst>
            </p:cNvPr>
            <p:cNvSpPr/>
            <p:nvPr/>
          </p:nvSpPr>
          <p:spPr>
            <a:xfrm>
              <a:off x="3250344" y="5361216"/>
              <a:ext cx="1318140" cy="501288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include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011C024-6D6A-4804-50CD-523C980382A6}"/>
                </a:ext>
              </a:extLst>
            </p:cNvPr>
            <p:cNvCxnSpPr>
              <a:stCxn id="132" idx="1"/>
              <a:endCxn id="214" idx="3"/>
            </p:cNvCxnSpPr>
            <p:nvPr/>
          </p:nvCxnSpPr>
          <p:spPr>
            <a:xfrm flipH="1">
              <a:off x="4568484" y="5611860"/>
              <a:ext cx="30111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57CE2502-A46A-7C6F-D505-26DA6FB58C78}"/>
                </a:ext>
              </a:extLst>
            </p:cNvPr>
            <p:cNvCxnSpPr>
              <a:cxnSpLocks/>
              <a:stCxn id="122" idx="2"/>
            </p:cNvCxnSpPr>
            <p:nvPr/>
          </p:nvCxnSpPr>
          <p:spPr>
            <a:xfrm>
              <a:off x="8246752" y="5153160"/>
              <a:ext cx="0" cy="45302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602D6EE4-37AD-BF8C-3BF6-A9AF9117241C}"/>
                </a:ext>
              </a:extLst>
            </p:cNvPr>
            <p:cNvCxnSpPr>
              <a:stCxn id="132" idx="3"/>
            </p:cNvCxnSpPr>
            <p:nvPr/>
          </p:nvCxnSpPr>
          <p:spPr>
            <a:xfrm flipV="1">
              <a:off x="6187736" y="5606180"/>
              <a:ext cx="2059016" cy="56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ctor: Elbow 227">
              <a:extLst>
                <a:ext uri="{FF2B5EF4-FFF2-40B4-BE49-F238E27FC236}">
                  <a16:creationId xmlns:a16="http://schemas.microsoft.com/office/drawing/2014/main" id="{311B514A-D6DB-9E73-66BB-CBE61B0B038E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rot="5400000">
              <a:off x="1040096" y="2394739"/>
              <a:ext cx="278481" cy="2097403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6E70AFF1-D951-25A4-AC74-62C5D420EFDF}"/>
                </a:ext>
              </a:extLst>
            </p:cNvPr>
            <p:cNvCxnSpPr>
              <a:cxnSpLocks/>
            </p:cNvCxnSpPr>
            <p:nvPr/>
          </p:nvCxnSpPr>
          <p:spPr>
            <a:xfrm>
              <a:off x="130629" y="3561806"/>
              <a:ext cx="0" cy="204437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B20C3E38-55A1-61D8-CCC9-E3B5B8C80C83}"/>
                </a:ext>
              </a:extLst>
            </p:cNvPr>
            <p:cNvCxnSpPr>
              <a:cxnSpLocks/>
              <a:endCxn id="214" idx="1"/>
            </p:cNvCxnSpPr>
            <p:nvPr/>
          </p:nvCxnSpPr>
          <p:spPr>
            <a:xfrm>
              <a:off x="130629" y="5611860"/>
              <a:ext cx="311971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74E9A491-C2B3-06DA-F36B-E73E214117AB}"/>
                </a:ext>
              </a:extLst>
            </p:cNvPr>
            <p:cNvCxnSpPr>
              <a:cxnSpLocks/>
              <a:stCxn id="134" idx="0"/>
              <a:endCxn id="139" idx="2"/>
            </p:cNvCxnSpPr>
            <p:nvPr/>
          </p:nvCxnSpPr>
          <p:spPr>
            <a:xfrm flipV="1">
              <a:off x="5528666" y="4699192"/>
              <a:ext cx="0" cy="353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258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87">
            <a:extLst>
              <a:ext uri="{FF2B5EF4-FFF2-40B4-BE49-F238E27FC236}">
                <a16:creationId xmlns:a16="http://schemas.microsoft.com/office/drawing/2014/main" id="{D9FB9679-4685-FD1F-A21F-80B1777513D3}"/>
              </a:ext>
            </a:extLst>
          </p:cNvPr>
          <p:cNvSpPr/>
          <p:nvPr/>
        </p:nvSpPr>
        <p:spPr>
          <a:xfrm>
            <a:off x="1343891" y="838202"/>
            <a:ext cx="1046018" cy="24938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certification</a:t>
            </a: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3DFBC364-65FE-D9CC-27EB-147AD565A006}"/>
              </a:ext>
            </a:extLst>
          </p:cNvPr>
          <p:cNvSpPr/>
          <p:nvPr/>
        </p:nvSpPr>
        <p:spPr>
          <a:xfrm>
            <a:off x="865909" y="214745"/>
            <a:ext cx="561109" cy="3879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title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28F8F0F-78D7-8E2F-E8BE-504A8FEF3B10}"/>
              </a:ext>
            </a:extLst>
          </p:cNvPr>
          <p:cNvCxnSpPr>
            <a:stCxn id="289" idx="5"/>
          </p:cNvCxnSpPr>
          <p:nvPr/>
        </p:nvCxnSpPr>
        <p:spPr>
          <a:xfrm>
            <a:off x="1344845" y="545862"/>
            <a:ext cx="213791" cy="292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Oval 291">
            <a:extLst>
              <a:ext uri="{FF2B5EF4-FFF2-40B4-BE49-F238E27FC236}">
                <a16:creationId xmlns:a16="http://schemas.microsoft.com/office/drawing/2014/main" id="{2F284BE0-03CF-A0C1-6FE9-0E363DE89222}"/>
              </a:ext>
            </a:extLst>
          </p:cNvPr>
          <p:cNvSpPr/>
          <p:nvPr/>
        </p:nvSpPr>
        <p:spPr>
          <a:xfrm>
            <a:off x="2258291" y="157934"/>
            <a:ext cx="630382" cy="3879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code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485A287-A9C9-3AD1-117F-18A77EDF4355}"/>
              </a:ext>
            </a:extLst>
          </p:cNvPr>
          <p:cNvCxnSpPr>
            <a:cxnSpLocks/>
          </p:cNvCxnSpPr>
          <p:nvPr/>
        </p:nvCxnSpPr>
        <p:spPr>
          <a:xfrm flipH="1">
            <a:off x="2258291" y="545862"/>
            <a:ext cx="193964" cy="2923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7" name="Diamond 296">
            <a:extLst>
              <a:ext uri="{FF2B5EF4-FFF2-40B4-BE49-F238E27FC236}">
                <a16:creationId xmlns:a16="http://schemas.microsoft.com/office/drawing/2014/main" id="{C75F70FD-B1C4-22BA-3BB5-0295A97544D7}"/>
              </a:ext>
            </a:extLst>
          </p:cNvPr>
          <p:cNvSpPr/>
          <p:nvPr/>
        </p:nvSpPr>
        <p:spPr>
          <a:xfrm>
            <a:off x="2478232" y="1087583"/>
            <a:ext cx="819150" cy="415220"/>
          </a:xfrm>
          <a:prstGeom prst="diamond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err="1">
                <a:solidFill>
                  <a:schemeClr val="tx1"/>
                </a:solidFill>
              </a:rPr>
              <a:t>Held_By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E1F1EB3-05BD-2BA3-FC74-F755AC34E3E5}"/>
              </a:ext>
            </a:extLst>
          </p:cNvPr>
          <p:cNvCxnSpPr>
            <a:stCxn id="297" idx="0"/>
          </p:cNvCxnSpPr>
          <p:nvPr/>
        </p:nvCxnSpPr>
        <p:spPr>
          <a:xfrm flipV="1">
            <a:off x="2887807" y="602673"/>
            <a:ext cx="0" cy="48491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16070DD1-62CE-B17F-0F10-DEDE4C788892}"/>
              </a:ext>
            </a:extLst>
          </p:cNvPr>
          <p:cNvCxnSpPr>
            <a:cxnSpLocks/>
          </p:cNvCxnSpPr>
          <p:nvPr/>
        </p:nvCxnSpPr>
        <p:spPr>
          <a:xfrm>
            <a:off x="2887807" y="602673"/>
            <a:ext cx="26626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BD0AA705-37D3-9799-AF10-0AEDC622731E}"/>
              </a:ext>
            </a:extLst>
          </p:cNvPr>
          <p:cNvCxnSpPr>
            <a:cxnSpLocks/>
          </p:cNvCxnSpPr>
          <p:nvPr/>
        </p:nvCxnSpPr>
        <p:spPr>
          <a:xfrm>
            <a:off x="5550477" y="616632"/>
            <a:ext cx="5196" cy="69252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8D878486-EB4E-C28B-A6B4-82A322904940}"/>
              </a:ext>
            </a:extLst>
          </p:cNvPr>
          <p:cNvCxnSpPr>
            <a:cxnSpLocks/>
            <a:stCxn id="288" idx="3"/>
          </p:cNvCxnSpPr>
          <p:nvPr/>
        </p:nvCxnSpPr>
        <p:spPr>
          <a:xfrm flipV="1">
            <a:off x="2389909" y="962892"/>
            <a:ext cx="88323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4EA30FAE-34D6-0FD4-F3E5-989DF8C6B376}"/>
              </a:ext>
            </a:extLst>
          </p:cNvPr>
          <p:cNvCxnSpPr>
            <a:endCxn id="297" idx="1"/>
          </p:cNvCxnSpPr>
          <p:nvPr/>
        </p:nvCxnSpPr>
        <p:spPr>
          <a:xfrm>
            <a:off x="2478232" y="962892"/>
            <a:ext cx="0" cy="33230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Oval 316">
            <a:extLst>
              <a:ext uri="{FF2B5EF4-FFF2-40B4-BE49-F238E27FC236}">
                <a16:creationId xmlns:a16="http://schemas.microsoft.com/office/drawing/2014/main" id="{7BD3D2B3-7C63-CFD6-41C8-4E848F0614FF}"/>
              </a:ext>
            </a:extLst>
          </p:cNvPr>
          <p:cNvSpPr/>
          <p:nvPr/>
        </p:nvSpPr>
        <p:spPr>
          <a:xfrm>
            <a:off x="2933701" y="659484"/>
            <a:ext cx="610555" cy="3034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exp_date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9767BC3-240D-8B82-0922-9BC6AD21B92B}"/>
              </a:ext>
            </a:extLst>
          </p:cNvPr>
          <p:cNvCxnSpPr>
            <a:stCxn id="317" idx="4"/>
          </p:cNvCxnSpPr>
          <p:nvPr/>
        </p:nvCxnSpPr>
        <p:spPr>
          <a:xfrm flipH="1">
            <a:off x="3027218" y="962889"/>
            <a:ext cx="211761" cy="1870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0" name="Oval 319">
            <a:extLst>
              <a:ext uri="{FF2B5EF4-FFF2-40B4-BE49-F238E27FC236}">
                <a16:creationId xmlns:a16="http://schemas.microsoft.com/office/drawing/2014/main" id="{953A75FC-9AC7-2ED3-D849-71EF03690E23}"/>
              </a:ext>
            </a:extLst>
          </p:cNvPr>
          <p:cNvSpPr/>
          <p:nvPr/>
        </p:nvSpPr>
        <p:spPr>
          <a:xfrm>
            <a:off x="2346572" y="642158"/>
            <a:ext cx="542968" cy="2673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Issue_date</a:t>
            </a:r>
            <a:endParaRPr lang="en-US" sz="600" dirty="0">
              <a:solidFill>
                <a:schemeClr val="tx1"/>
              </a:solidFill>
            </a:endParaRPr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7AA4A7A4-E24E-D2CC-13D6-7ED8584E7486}"/>
              </a:ext>
            </a:extLst>
          </p:cNvPr>
          <p:cNvCxnSpPr>
            <a:stCxn id="320" idx="4"/>
          </p:cNvCxnSpPr>
          <p:nvPr/>
        </p:nvCxnSpPr>
        <p:spPr>
          <a:xfrm>
            <a:off x="2618056" y="909553"/>
            <a:ext cx="152853" cy="2403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3" name="Diamond 322">
            <a:extLst>
              <a:ext uri="{FF2B5EF4-FFF2-40B4-BE49-F238E27FC236}">
                <a16:creationId xmlns:a16="http://schemas.microsoft.com/office/drawing/2014/main" id="{B0C2A1B5-C6FE-1C96-A730-856CCD2B7C0C}"/>
              </a:ext>
            </a:extLst>
          </p:cNvPr>
          <p:cNvSpPr/>
          <p:nvPr/>
        </p:nvSpPr>
        <p:spPr>
          <a:xfrm>
            <a:off x="1200149" y="1507064"/>
            <a:ext cx="1278082" cy="613548"/>
          </a:xfrm>
          <a:prstGeom prst="diamond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require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0F6E4F34-4F50-DC99-335C-C3571A3B71FB}"/>
              </a:ext>
            </a:extLst>
          </p:cNvPr>
          <p:cNvCxnSpPr>
            <a:cxnSpLocks/>
            <a:stCxn id="323" idx="2"/>
          </p:cNvCxnSpPr>
          <p:nvPr/>
        </p:nvCxnSpPr>
        <p:spPr>
          <a:xfrm>
            <a:off x="1839190" y="2120612"/>
            <a:ext cx="0" cy="54417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3D37E00D-1D8F-3DFD-48CD-2A73A34CB187}"/>
              </a:ext>
            </a:extLst>
          </p:cNvPr>
          <p:cNvCxnSpPr/>
          <p:nvPr/>
        </p:nvCxnSpPr>
        <p:spPr>
          <a:xfrm>
            <a:off x="1839190" y="2664783"/>
            <a:ext cx="63904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66FB37DF-D1D6-E125-B922-F3DD7F004835}"/>
              </a:ext>
            </a:extLst>
          </p:cNvPr>
          <p:cNvCxnSpPr>
            <a:cxnSpLocks/>
            <a:stCxn id="288" idx="2"/>
            <a:endCxn id="323" idx="0"/>
          </p:cNvCxnSpPr>
          <p:nvPr/>
        </p:nvCxnSpPr>
        <p:spPr>
          <a:xfrm flipH="1">
            <a:off x="1839190" y="1087583"/>
            <a:ext cx="27710" cy="41948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5A453060-511E-F646-C5E5-E47E7F93F5DA}"/>
              </a:ext>
            </a:extLst>
          </p:cNvPr>
          <p:cNvSpPr txBox="1"/>
          <p:nvPr/>
        </p:nvSpPr>
        <p:spPr>
          <a:xfrm>
            <a:off x="7435144" y="272826"/>
            <a:ext cx="407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Certifications and Authorizations</a:t>
            </a:r>
          </a:p>
        </p:txBody>
      </p:sp>
      <p:pic>
        <p:nvPicPr>
          <p:cNvPr id="620" name="Picture 619">
            <a:extLst>
              <a:ext uri="{FF2B5EF4-FFF2-40B4-BE49-F238E27FC236}">
                <a16:creationId xmlns:a16="http://schemas.microsoft.com/office/drawing/2014/main" id="{75D96E94-4BC6-E365-FA3A-BF0F1D70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190" y="811186"/>
            <a:ext cx="9647134" cy="40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6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FCA896-B38C-5C4C-9FB4-78F213475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10" y="111840"/>
            <a:ext cx="10628523" cy="44833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E84AA0-DFA5-64CD-41E6-37B954DD51C9}"/>
              </a:ext>
            </a:extLst>
          </p:cNvPr>
          <p:cNvSpPr/>
          <p:nvPr/>
        </p:nvSpPr>
        <p:spPr>
          <a:xfrm>
            <a:off x="741218" y="3913909"/>
            <a:ext cx="1357746" cy="297873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maintenance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582009-FBB8-05E9-A2FB-D513AB6E6CB1}"/>
              </a:ext>
            </a:extLst>
          </p:cNvPr>
          <p:cNvSpPr/>
          <p:nvPr/>
        </p:nvSpPr>
        <p:spPr>
          <a:xfrm>
            <a:off x="538595" y="3280063"/>
            <a:ext cx="768927" cy="29787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F67BAD-CCA0-CA20-9474-2305CA6ED2D0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923059" y="3577936"/>
            <a:ext cx="87487" cy="3359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ED679A-21D7-981F-C020-E662F776CA0E}"/>
              </a:ext>
            </a:extLst>
          </p:cNvPr>
          <p:cNvSpPr txBox="1"/>
          <p:nvPr/>
        </p:nvSpPr>
        <p:spPr>
          <a:xfrm rot="16200000">
            <a:off x="801831" y="3294754"/>
            <a:ext cx="242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I</a:t>
            </a:r>
            <a:br>
              <a:rPr lang="en-US" sz="500" b="1" dirty="0"/>
            </a:br>
            <a:r>
              <a:rPr lang="en-US" sz="500" b="1" dirty="0" err="1"/>
              <a:t>I</a:t>
            </a:r>
            <a:br>
              <a:rPr lang="en-US" sz="500" b="1" dirty="0"/>
            </a:br>
            <a:r>
              <a:rPr lang="en-US" sz="500" b="1" dirty="0" err="1"/>
              <a:t>I</a:t>
            </a:r>
            <a:br>
              <a:rPr lang="en-US" sz="500" b="1" dirty="0"/>
            </a:br>
            <a:r>
              <a:rPr lang="en-US" sz="500" b="1" dirty="0" err="1"/>
              <a:t>I</a:t>
            </a:r>
            <a:endParaRPr lang="en-US" sz="500" b="1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962A474D-A52F-28CA-38D7-564D8433F155}"/>
              </a:ext>
            </a:extLst>
          </p:cNvPr>
          <p:cNvSpPr/>
          <p:nvPr/>
        </p:nvSpPr>
        <p:spPr>
          <a:xfrm>
            <a:off x="923059" y="2559627"/>
            <a:ext cx="994064" cy="72043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Carry_out</a:t>
            </a: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3CCC8F-0A88-90CB-8BAA-781A68A9B102}"/>
              </a:ext>
            </a:extLst>
          </p:cNvPr>
          <p:cNvCxnSpPr>
            <a:cxnSpLocks/>
          </p:cNvCxnSpPr>
          <p:nvPr/>
        </p:nvCxnSpPr>
        <p:spPr>
          <a:xfrm flipV="1">
            <a:off x="1427018" y="3280063"/>
            <a:ext cx="0" cy="6338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4EB600-5611-DB29-D6AF-307E3E812CBC}"/>
              </a:ext>
            </a:extLst>
          </p:cNvPr>
          <p:cNvCxnSpPr>
            <a:cxnSpLocks/>
          </p:cNvCxnSpPr>
          <p:nvPr/>
        </p:nvCxnSpPr>
        <p:spPr>
          <a:xfrm flipV="1">
            <a:off x="1427018" y="2424545"/>
            <a:ext cx="0" cy="13508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FE285F-540F-3145-44DA-52637A9A93D6}"/>
              </a:ext>
            </a:extLst>
          </p:cNvPr>
          <p:cNvCxnSpPr/>
          <p:nvPr/>
        </p:nvCxnSpPr>
        <p:spPr>
          <a:xfrm>
            <a:off x="1427018" y="2424545"/>
            <a:ext cx="60267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D216F-8FD1-AF52-3E28-93CAC1EA5398}"/>
              </a:ext>
            </a:extLst>
          </p:cNvPr>
          <p:cNvCxnSpPr>
            <a:cxnSpLocks/>
          </p:cNvCxnSpPr>
          <p:nvPr/>
        </p:nvCxnSpPr>
        <p:spPr>
          <a:xfrm>
            <a:off x="2029691" y="2424545"/>
            <a:ext cx="0" cy="36021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39CAB1-4E61-44CE-CCBC-9C8CD0577A98}"/>
              </a:ext>
            </a:extLst>
          </p:cNvPr>
          <p:cNvCxnSpPr>
            <a:cxnSpLocks/>
          </p:cNvCxnSpPr>
          <p:nvPr/>
        </p:nvCxnSpPr>
        <p:spPr>
          <a:xfrm>
            <a:off x="2029691" y="2784764"/>
            <a:ext cx="101830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FBD5F6-2518-608B-DBF4-A9FE312E4E99}"/>
              </a:ext>
            </a:extLst>
          </p:cNvPr>
          <p:cNvCxnSpPr/>
          <p:nvPr/>
        </p:nvCxnSpPr>
        <p:spPr>
          <a:xfrm>
            <a:off x="7266709" y="3165764"/>
            <a:ext cx="0" cy="1142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94801F-E68B-93F4-6C78-4CB0C9BD6580}"/>
              </a:ext>
            </a:extLst>
          </p:cNvPr>
          <p:cNvCxnSpPr/>
          <p:nvPr/>
        </p:nvCxnSpPr>
        <p:spPr>
          <a:xfrm flipH="1">
            <a:off x="6096000" y="3280063"/>
            <a:ext cx="117070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904D27-09F2-3059-B002-C711CA0173E4}"/>
              </a:ext>
            </a:extLst>
          </p:cNvPr>
          <p:cNvCxnSpPr/>
          <p:nvPr/>
        </p:nvCxnSpPr>
        <p:spPr>
          <a:xfrm>
            <a:off x="6096000" y="3280063"/>
            <a:ext cx="0" cy="63384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E7BCDD-788C-499B-9133-4077C1DFD872}"/>
              </a:ext>
            </a:extLst>
          </p:cNvPr>
          <p:cNvCxnSpPr/>
          <p:nvPr/>
        </p:nvCxnSpPr>
        <p:spPr>
          <a:xfrm flipH="1">
            <a:off x="2431473" y="3913909"/>
            <a:ext cx="366452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58F8E1-C115-8748-D7F8-F51C6464A75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917123" y="2919845"/>
            <a:ext cx="5143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792C6A-21E0-5C93-08CB-31F170955188}"/>
              </a:ext>
            </a:extLst>
          </p:cNvPr>
          <p:cNvCxnSpPr/>
          <p:nvPr/>
        </p:nvCxnSpPr>
        <p:spPr>
          <a:xfrm>
            <a:off x="2431473" y="2919845"/>
            <a:ext cx="0" cy="99406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466D24F-A56C-96C3-8364-8FFD153C27C4}"/>
              </a:ext>
            </a:extLst>
          </p:cNvPr>
          <p:cNvSpPr/>
          <p:nvPr/>
        </p:nvSpPr>
        <p:spPr>
          <a:xfrm>
            <a:off x="2860964" y="5219699"/>
            <a:ext cx="1558635" cy="417722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calibration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F94DBD-377C-8C2F-7637-2C224834622D}"/>
              </a:ext>
            </a:extLst>
          </p:cNvPr>
          <p:cNvSpPr/>
          <p:nvPr/>
        </p:nvSpPr>
        <p:spPr>
          <a:xfrm>
            <a:off x="2521528" y="4529726"/>
            <a:ext cx="914399" cy="3782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511C70B-D014-F0E1-973D-96A6BF89CDC3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2978728" y="4907970"/>
            <a:ext cx="168434" cy="3297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46470B3-FEEA-08D5-26DD-A31338F9FAF9}"/>
              </a:ext>
            </a:extLst>
          </p:cNvPr>
          <p:cNvSpPr txBox="1"/>
          <p:nvPr/>
        </p:nvSpPr>
        <p:spPr>
          <a:xfrm rot="16200000">
            <a:off x="2839838" y="4537968"/>
            <a:ext cx="277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I</a:t>
            </a:r>
            <a:br>
              <a:rPr lang="en-US" sz="700" b="1" dirty="0"/>
            </a:br>
            <a:r>
              <a:rPr lang="en-US" sz="700" b="1" dirty="0" err="1"/>
              <a:t>I</a:t>
            </a:r>
            <a:br>
              <a:rPr lang="en-US" sz="700" b="1" dirty="0"/>
            </a:br>
            <a:r>
              <a:rPr lang="en-US" sz="700" b="1" dirty="0" err="1"/>
              <a:t>I</a:t>
            </a:r>
            <a:br>
              <a:rPr lang="en-US" sz="700" b="1" dirty="0"/>
            </a:br>
            <a:r>
              <a:rPr lang="en-US" sz="700" b="1" dirty="0" err="1"/>
              <a:t>I</a:t>
            </a:r>
            <a:endParaRPr lang="en-US" sz="700" b="1" dirty="0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74BDACF8-6AAB-1878-A654-072BB4683521}"/>
              </a:ext>
            </a:extLst>
          </p:cNvPr>
          <p:cNvSpPr/>
          <p:nvPr/>
        </p:nvSpPr>
        <p:spPr>
          <a:xfrm>
            <a:off x="801383" y="5126207"/>
            <a:ext cx="1251270" cy="634528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Belongs_to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7667CB-7144-E18B-768E-768DCCACE7BA}"/>
              </a:ext>
            </a:extLst>
          </p:cNvPr>
          <p:cNvCxnSpPr>
            <a:cxnSpLocks/>
          </p:cNvCxnSpPr>
          <p:nvPr/>
        </p:nvCxnSpPr>
        <p:spPr>
          <a:xfrm flipH="1">
            <a:off x="2618509" y="3577936"/>
            <a:ext cx="36021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F9CEED7-E7AD-E9A8-C324-88D24F62A073}"/>
              </a:ext>
            </a:extLst>
          </p:cNvPr>
          <p:cNvCxnSpPr/>
          <p:nvPr/>
        </p:nvCxnSpPr>
        <p:spPr>
          <a:xfrm>
            <a:off x="2625436" y="3577936"/>
            <a:ext cx="0" cy="80702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E61EC8-5E38-9F47-EBA2-DEA643595D10}"/>
              </a:ext>
            </a:extLst>
          </p:cNvPr>
          <p:cNvCxnSpPr>
            <a:cxnSpLocks/>
          </p:cNvCxnSpPr>
          <p:nvPr/>
        </p:nvCxnSpPr>
        <p:spPr>
          <a:xfrm flipH="1">
            <a:off x="1427018" y="4384964"/>
            <a:ext cx="121227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0AFF5EC-4EF1-BA52-B9A3-C4FA9B442D94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427018" y="4384964"/>
            <a:ext cx="0" cy="74124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65D0CE-8181-131C-489F-B6FC4B65022E}"/>
              </a:ext>
            </a:extLst>
          </p:cNvPr>
          <p:cNvCxnSpPr>
            <a:stCxn id="41" idx="1"/>
            <a:endCxn id="47" idx="3"/>
          </p:cNvCxnSpPr>
          <p:nvPr/>
        </p:nvCxnSpPr>
        <p:spPr>
          <a:xfrm flipH="1">
            <a:off x="2052653" y="5428560"/>
            <a:ext cx="808311" cy="149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EE9694E-B396-C514-C7F6-5434200F8FF6}"/>
              </a:ext>
            </a:extLst>
          </p:cNvPr>
          <p:cNvSpPr txBox="1"/>
          <p:nvPr/>
        </p:nvSpPr>
        <p:spPr>
          <a:xfrm>
            <a:off x="6804660" y="120515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Maintenance &amp; Calibration</a:t>
            </a:r>
          </a:p>
        </p:txBody>
      </p:sp>
    </p:spTree>
    <p:extLst>
      <p:ext uri="{BB962C8B-B14F-4D97-AF65-F5344CB8AC3E}">
        <p14:creationId xmlns:p14="http://schemas.microsoft.com/office/powerpoint/2010/main" val="285428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CFD9F9-7588-8832-5D06-1E3493CE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2" y="1531363"/>
            <a:ext cx="10633364" cy="5305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711E04-F53E-CD3D-B012-F0E9E71CC5C4}"/>
              </a:ext>
            </a:extLst>
          </p:cNvPr>
          <p:cNvSpPr/>
          <p:nvPr/>
        </p:nvSpPr>
        <p:spPr>
          <a:xfrm>
            <a:off x="3837710" y="824867"/>
            <a:ext cx="1676400" cy="3804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consumables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4BFCD8-669E-5BA5-7EC7-0B29CC8B40DA}"/>
              </a:ext>
            </a:extLst>
          </p:cNvPr>
          <p:cNvSpPr/>
          <p:nvPr/>
        </p:nvSpPr>
        <p:spPr>
          <a:xfrm>
            <a:off x="3477491" y="117764"/>
            <a:ext cx="983673" cy="4710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Con_Id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4A9170-9FC7-2E60-D376-59E9D4FADCDB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969328" y="588818"/>
            <a:ext cx="346363" cy="2360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3EB63-7015-B4B6-2132-9741B66CF3EF}"/>
              </a:ext>
            </a:extLst>
          </p:cNvPr>
          <p:cNvSpPr/>
          <p:nvPr/>
        </p:nvSpPr>
        <p:spPr>
          <a:xfrm>
            <a:off x="4966856" y="197166"/>
            <a:ext cx="810491" cy="3255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4C9EE-E3C0-8239-D50A-B3F8F4B505D7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5043055" y="522748"/>
            <a:ext cx="329047" cy="302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C708A781-9E99-2453-D191-C3A13AA7B656}"/>
              </a:ext>
            </a:extLst>
          </p:cNvPr>
          <p:cNvSpPr/>
          <p:nvPr/>
        </p:nvSpPr>
        <p:spPr>
          <a:xfrm>
            <a:off x="795552" y="961910"/>
            <a:ext cx="895350" cy="80893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82ACD7-E142-B340-7418-93371E08E1EB}"/>
              </a:ext>
            </a:extLst>
          </p:cNvPr>
          <p:cNvCxnSpPr>
            <a:cxnSpLocks/>
          </p:cNvCxnSpPr>
          <p:nvPr/>
        </p:nvCxnSpPr>
        <p:spPr>
          <a:xfrm flipH="1" flipV="1">
            <a:off x="2989552" y="2769036"/>
            <a:ext cx="1471612" cy="47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3B07D4-EC48-1368-1FE9-C008C0942DA2}"/>
              </a:ext>
            </a:extLst>
          </p:cNvPr>
          <p:cNvCxnSpPr>
            <a:cxnSpLocks/>
          </p:cNvCxnSpPr>
          <p:nvPr/>
        </p:nvCxnSpPr>
        <p:spPr>
          <a:xfrm flipV="1">
            <a:off x="2989552" y="2603727"/>
            <a:ext cx="0" cy="16530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D91A73-DDD2-46E2-15E9-AD8F2D86DF0F}"/>
              </a:ext>
            </a:extLst>
          </p:cNvPr>
          <p:cNvCxnSpPr>
            <a:cxnSpLocks/>
          </p:cNvCxnSpPr>
          <p:nvPr/>
        </p:nvCxnSpPr>
        <p:spPr>
          <a:xfrm flipH="1">
            <a:off x="1233920" y="2608489"/>
            <a:ext cx="175563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96A4C2-9D0E-C997-9797-E1482DC3D33D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243227" y="1770842"/>
            <a:ext cx="0" cy="83288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FF3533-AD19-FEAE-8868-71524FFD5CE0}"/>
              </a:ext>
            </a:extLst>
          </p:cNvPr>
          <p:cNvCxnSpPr>
            <a:stCxn id="6" idx="1"/>
          </p:cNvCxnSpPr>
          <p:nvPr/>
        </p:nvCxnSpPr>
        <p:spPr>
          <a:xfrm flipH="1">
            <a:off x="2724150" y="1015106"/>
            <a:ext cx="1113560" cy="406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6F437-E548-5321-310D-BC8B751235D0}"/>
              </a:ext>
            </a:extLst>
          </p:cNvPr>
          <p:cNvCxnSpPr>
            <a:cxnSpLocks/>
          </p:cNvCxnSpPr>
          <p:nvPr/>
        </p:nvCxnSpPr>
        <p:spPr>
          <a:xfrm>
            <a:off x="2728913" y="1023938"/>
            <a:ext cx="4764" cy="31439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1B696C-C296-C44A-D77F-A41E0926C1A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690902" y="1338329"/>
            <a:ext cx="1042775" cy="2804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1292479-50FB-05B8-1665-60C75E20BEFC}"/>
              </a:ext>
            </a:extLst>
          </p:cNvPr>
          <p:cNvSpPr/>
          <p:nvPr/>
        </p:nvSpPr>
        <p:spPr>
          <a:xfrm>
            <a:off x="1391516" y="515005"/>
            <a:ext cx="775854" cy="3700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Restock_date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3DCBC1-AF6C-AFCE-7A7A-378677B09202}"/>
              </a:ext>
            </a:extLst>
          </p:cNvPr>
          <p:cNvCxnSpPr>
            <a:cxnSpLocks/>
            <a:endCxn id="35" idx="4"/>
          </p:cNvCxnSpPr>
          <p:nvPr/>
        </p:nvCxnSpPr>
        <p:spPr>
          <a:xfrm flipV="1">
            <a:off x="1490014" y="885051"/>
            <a:ext cx="289429" cy="3160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7C70A335-943D-E321-FAA9-D159EF26EC09}"/>
              </a:ext>
            </a:extLst>
          </p:cNvPr>
          <p:cNvSpPr/>
          <p:nvPr/>
        </p:nvSpPr>
        <p:spPr>
          <a:xfrm>
            <a:off x="353289" y="562041"/>
            <a:ext cx="775855" cy="2360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quantity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108680-606E-684D-E417-6859AC9466F1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741217" y="798090"/>
            <a:ext cx="217182" cy="4101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Diamond 48">
            <a:extLst>
              <a:ext uri="{FF2B5EF4-FFF2-40B4-BE49-F238E27FC236}">
                <a16:creationId xmlns:a16="http://schemas.microsoft.com/office/drawing/2014/main" id="{716C0ABB-6D4B-A07F-9E71-DA60EBDC6DAC}"/>
              </a:ext>
            </a:extLst>
          </p:cNvPr>
          <p:cNvSpPr/>
          <p:nvPr/>
        </p:nvSpPr>
        <p:spPr>
          <a:xfrm>
            <a:off x="6374174" y="659347"/>
            <a:ext cx="1528763" cy="736373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purchase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F6B81D-2E5D-9CAE-ED46-AEF3E0F3AFC9}"/>
              </a:ext>
            </a:extLst>
          </p:cNvPr>
          <p:cNvSpPr/>
          <p:nvPr/>
        </p:nvSpPr>
        <p:spPr>
          <a:xfrm>
            <a:off x="8782051" y="653893"/>
            <a:ext cx="1138238" cy="361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suppliers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62D851C-DEE5-49B6-F29D-E8209F755C8D}"/>
              </a:ext>
            </a:extLst>
          </p:cNvPr>
          <p:cNvSpPr/>
          <p:nvPr/>
        </p:nvSpPr>
        <p:spPr>
          <a:xfrm>
            <a:off x="8448676" y="105290"/>
            <a:ext cx="666750" cy="3916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Sup_Id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AF145A-2CF7-C5D3-48BE-90A7BE73A03A}"/>
              </a:ext>
            </a:extLst>
          </p:cNvPr>
          <p:cNvCxnSpPr>
            <a:stCxn id="51" idx="5"/>
          </p:cNvCxnSpPr>
          <p:nvPr/>
        </p:nvCxnSpPr>
        <p:spPr>
          <a:xfrm>
            <a:off x="9017783" y="439586"/>
            <a:ext cx="150030" cy="207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1101A0B-A411-DBC1-6A26-CD1505FEC8FC}"/>
              </a:ext>
            </a:extLst>
          </p:cNvPr>
          <p:cNvSpPr/>
          <p:nvPr/>
        </p:nvSpPr>
        <p:spPr>
          <a:xfrm>
            <a:off x="9364809" y="194705"/>
            <a:ext cx="800100" cy="27509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5C54E7B-D55B-444C-1AEF-151FCFC41A69}"/>
              </a:ext>
            </a:extLst>
          </p:cNvPr>
          <p:cNvCxnSpPr>
            <a:stCxn id="54" idx="4"/>
          </p:cNvCxnSpPr>
          <p:nvPr/>
        </p:nvCxnSpPr>
        <p:spPr>
          <a:xfrm flipH="1">
            <a:off x="9520238" y="469803"/>
            <a:ext cx="244621" cy="1771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E6B096-5372-63AB-89F0-593C20A5A9F1}"/>
              </a:ext>
            </a:extLst>
          </p:cNvPr>
          <p:cNvCxnSpPr>
            <a:stCxn id="6" idx="3"/>
            <a:endCxn id="49" idx="1"/>
          </p:cNvCxnSpPr>
          <p:nvPr/>
        </p:nvCxnSpPr>
        <p:spPr>
          <a:xfrm>
            <a:off x="5514110" y="1015106"/>
            <a:ext cx="860064" cy="1242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53B17F-F0BC-3D08-28EA-419369F924F1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7902937" y="1027534"/>
            <a:ext cx="34095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0D00AF5-340B-7E52-2CCA-B91F169C2DEB}"/>
              </a:ext>
            </a:extLst>
          </p:cNvPr>
          <p:cNvCxnSpPr>
            <a:cxnSpLocks/>
          </p:cNvCxnSpPr>
          <p:nvPr/>
        </p:nvCxnSpPr>
        <p:spPr>
          <a:xfrm flipV="1">
            <a:off x="8229600" y="834499"/>
            <a:ext cx="0" cy="18943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7BB13B8-D9BF-D070-F3B4-4D8C0982DB66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8229600" y="824867"/>
            <a:ext cx="552451" cy="963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Diamond 69">
            <a:extLst>
              <a:ext uri="{FF2B5EF4-FFF2-40B4-BE49-F238E27FC236}">
                <a16:creationId xmlns:a16="http://schemas.microsoft.com/office/drawing/2014/main" id="{6604FFA3-C2B6-6A0F-1887-4124672A04BC}"/>
              </a:ext>
            </a:extLst>
          </p:cNvPr>
          <p:cNvSpPr/>
          <p:nvPr/>
        </p:nvSpPr>
        <p:spPr>
          <a:xfrm>
            <a:off x="10051582" y="1099701"/>
            <a:ext cx="1455375" cy="78971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supply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735CDDA-0F64-F2AF-C9EE-EF51E7BAF8E6}"/>
              </a:ext>
            </a:extLst>
          </p:cNvPr>
          <p:cNvCxnSpPr>
            <a:cxnSpLocks/>
          </p:cNvCxnSpPr>
          <p:nvPr/>
        </p:nvCxnSpPr>
        <p:spPr>
          <a:xfrm flipV="1">
            <a:off x="1682489" y="1494556"/>
            <a:ext cx="893" cy="111869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8548395-41A9-2D8C-CFB5-148E89E733F6}"/>
              </a:ext>
            </a:extLst>
          </p:cNvPr>
          <p:cNvCxnSpPr>
            <a:cxnSpLocks/>
          </p:cNvCxnSpPr>
          <p:nvPr/>
        </p:nvCxnSpPr>
        <p:spPr>
          <a:xfrm flipV="1">
            <a:off x="1690902" y="1497399"/>
            <a:ext cx="8360680" cy="110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68B7B57-67DD-B721-01BB-2455381BE84A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9920289" y="834499"/>
            <a:ext cx="858980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4A00E85-0631-ABC2-749F-B3CE6905E243}"/>
              </a:ext>
            </a:extLst>
          </p:cNvPr>
          <p:cNvCxnSpPr>
            <a:endCxn id="70" idx="0"/>
          </p:cNvCxnSpPr>
          <p:nvPr/>
        </p:nvCxnSpPr>
        <p:spPr>
          <a:xfrm>
            <a:off x="10779269" y="834499"/>
            <a:ext cx="1" cy="26520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Diamond 99">
            <a:extLst>
              <a:ext uri="{FF2B5EF4-FFF2-40B4-BE49-F238E27FC236}">
                <a16:creationId xmlns:a16="http://schemas.microsoft.com/office/drawing/2014/main" id="{4E4E5E07-561F-21E5-5352-1E3C78F458E0}"/>
              </a:ext>
            </a:extLst>
          </p:cNvPr>
          <p:cNvSpPr/>
          <p:nvPr/>
        </p:nvSpPr>
        <p:spPr>
          <a:xfrm>
            <a:off x="9416384" y="5691476"/>
            <a:ext cx="1866790" cy="102526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consume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03EEC80-DC29-E49A-29E1-7582629302BD}"/>
              </a:ext>
            </a:extLst>
          </p:cNvPr>
          <p:cNvCxnSpPr>
            <a:stCxn id="6" idx="2"/>
          </p:cNvCxnSpPr>
          <p:nvPr/>
        </p:nvCxnSpPr>
        <p:spPr>
          <a:xfrm>
            <a:off x="4675910" y="1205345"/>
            <a:ext cx="0" cy="5654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E9F6CC8-A292-140F-9218-E72189CBC96A}"/>
              </a:ext>
            </a:extLst>
          </p:cNvPr>
          <p:cNvCxnSpPr/>
          <p:nvPr/>
        </p:nvCxnSpPr>
        <p:spPr>
          <a:xfrm>
            <a:off x="4675910" y="1770842"/>
            <a:ext cx="47404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2D84C14-7560-B718-97AA-DD938A82172B}"/>
              </a:ext>
            </a:extLst>
          </p:cNvPr>
          <p:cNvCxnSpPr>
            <a:cxnSpLocks/>
          </p:cNvCxnSpPr>
          <p:nvPr/>
        </p:nvCxnSpPr>
        <p:spPr>
          <a:xfrm>
            <a:off x="9416384" y="1770842"/>
            <a:ext cx="0" cy="2830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01AEBA8-E155-6F6E-3D3A-F8A1EADBB134}"/>
              </a:ext>
            </a:extLst>
          </p:cNvPr>
          <p:cNvCxnSpPr/>
          <p:nvPr/>
        </p:nvCxnSpPr>
        <p:spPr>
          <a:xfrm>
            <a:off x="9416384" y="2053904"/>
            <a:ext cx="24708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70375F7-6681-CA49-7D03-46A521969C9D}"/>
              </a:ext>
            </a:extLst>
          </p:cNvPr>
          <p:cNvCxnSpPr/>
          <p:nvPr/>
        </p:nvCxnSpPr>
        <p:spPr>
          <a:xfrm>
            <a:off x="11903529" y="2053904"/>
            <a:ext cx="0" cy="41502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404083F-646B-7524-8693-C9339EFF9CBA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283174" y="6204107"/>
            <a:ext cx="6203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5A78D65-941A-8270-7AD4-22E236DD905B}"/>
              </a:ext>
            </a:extLst>
          </p:cNvPr>
          <p:cNvCxnSpPr>
            <a:cxnSpLocks/>
          </p:cNvCxnSpPr>
          <p:nvPr/>
        </p:nvCxnSpPr>
        <p:spPr>
          <a:xfrm>
            <a:off x="7236527" y="5691476"/>
            <a:ext cx="0" cy="5126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DE59970-CD0C-FD10-47F3-D3476B1434F2}"/>
              </a:ext>
            </a:extLst>
          </p:cNvPr>
          <p:cNvCxnSpPr>
            <a:stCxn id="100" idx="1"/>
          </p:cNvCxnSpPr>
          <p:nvPr/>
        </p:nvCxnSpPr>
        <p:spPr>
          <a:xfrm flipH="1">
            <a:off x="7236527" y="6204107"/>
            <a:ext cx="21798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D280825C-736C-760A-007E-75AB418322BE}"/>
              </a:ext>
            </a:extLst>
          </p:cNvPr>
          <p:cNvSpPr/>
          <p:nvPr/>
        </p:nvSpPr>
        <p:spPr>
          <a:xfrm>
            <a:off x="10572750" y="5176157"/>
            <a:ext cx="1134435" cy="6776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Quantity_used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BEB5233-EC37-3696-D531-1955C2A67020}"/>
              </a:ext>
            </a:extLst>
          </p:cNvPr>
          <p:cNvCxnSpPr>
            <a:cxnSpLocks/>
            <a:stCxn id="120" idx="4"/>
          </p:cNvCxnSpPr>
          <p:nvPr/>
        </p:nvCxnSpPr>
        <p:spPr>
          <a:xfrm flipH="1">
            <a:off x="11021786" y="5853790"/>
            <a:ext cx="118182" cy="2000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3BC99A60-ECD6-3089-E18B-E8AE85F12AEE}"/>
              </a:ext>
            </a:extLst>
          </p:cNvPr>
          <p:cNvSpPr txBox="1"/>
          <p:nvPr/>
        </p:nvSpPr>
        <p:spPr>
          <a:xfrm>
            <a:off x="305555" y="23099"/>
            <a:ext cx="2423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Consumables</a:t>
            </a:r>
          </a:p>
        </p:txBody>
      </p:sp>
    </p:spTree>
    <p:extLst>
      <p:ext uri="{BB962C8B-B14F-4D97-AF65-F5344CB8AC3E}">
        <p14:creationId xmlns:p14="http://schemas.microsoft.com/office/powerpoint/2010/main" val="263518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44">
            <a:extLst>
              <a:ext uri="{FF2B5EF4-FFF2-40B4-BE49-F238E27FC236}">
                <a16:creationId xmlns:a16="http://schemas.microsoft.com/office/drawing/2014/main" id="{E5FC68EA-6C9C-43DB-2215-1972CF6B6BA4}"/>
              </a:ext>
            </a:extLst>
          </p:cNvPr>
          <p:cNvSpPr/>
          <p:nvPr/>
        </p:nvSpPr>
        <p:spPr>
          <a:xfrm>
            <a:off x="4069080" y="3680461"/>
            <a:ext cx="3764280" cy="6934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Person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20113E5C-F318-9E62-86B7-87D3628F6914}"/>
              </a:ext>
            </a:extLst>
          </p:cNvPr>
          <p:cNvSpPr/>
          <p:nvPr/>
        </p:nvSpPr>
        <p:spPr>
          <a:xfrm>
            <a:off x="5900737" y="971550"/>
            <a:ext cx="214122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7ADD1C4-D5F6-7A20-B9FA-E57A05B42A31}"/>
              </a:ext>
            </a:extLst>
          </p:cNvPr>
          <p:cNvSpPr/>
          <p:nvPr/>
        </p:nvSpPr>
        <p:spPr>
          <a:xfrm>
            <a:off x="8534400" y="1986914"/>
            <a:ext cx="2171700" cy="9677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Last_name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7593E0E9-8051-5562-9C69-487C05D67326}"/>
              </a:ext>
            </a:extLst>
          </p:cNvPr>
          <p:cNvSpPr/>
          <p:nvPr/>
        </p:nvSpPr>
        <p:spPr>
          <a:xfrm>
            <a:off x="708660" y="1767841"/>
            <a:ext cx="2255520" cy="10287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First_name</a:t>
            </a:r>
            <a:endParaRPr lang="en-US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7055CC7-AEA5-58BF-60B9-043CF1DF245D}"/>
              </a:ext>
            </a:extLst>
          </p:cNvPr>
          <p:cNvSpPr/>
          <p:nvPr/>
        </p:nvSpPr>
        <p:spPr>
          <a:xfrm>
            <a:off x="3350895" y="971550"/>
            <a:ext cx="2255520" cy="9144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441A2BA-ACBD-F83B-8BD7-44EC3B671FDE}"/>
              </a:ext>
            </a:extLst>
          </p:cNvPr>
          <p:cNvSpPr/>
          <p:nvPr/>
        </p:nvSpPr>
        <p:spPr>
          <a:xfrm>
            <a:off x="1059180" y="396240"/>
            <a:ext cx="2291715" cy="9677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Affiliation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501E162-2280-ED1E-B77C-B7000EA7B0E4}"/>
              </a:ext>
            </a:extLst>
          </p:cNvPr>
          <p:cNvSpPr/>
          <p:nvPr/>
        </p:nvSpPr>
        <p:spPr>
          <a:xfrm>
            <a:off x="8435340" y="704849"/>
            <a:ext cx="2194560" cy="8763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Approuval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0CC138E-7E28-3DE7-2FEA-70261F78EC78}"/>
              </a:ext>
            </a:extLst>
          </p:cNvPr>
          <p:cNvSpPr/>
          <p:nvPr/>
        </p:nvSpPr>
        <p:spPr>
          <a:xfrm>
            <a:off x="4675346" y="1986914"/>
            <a:ext cx="2291715" cy="10287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Email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72EF2F3D-7E1D-7526-CCFF-1C3BB5A17591}"/>
              </a:ext>
            </a:extLst>
          </p:cNvPr>
          <p:cNvCxnSpPr>
            <a:stCxn id="148" idx="5"/>
          </p:cNvCxnSpPr>
          <p:nvPr/>
        </p:nvCxnSpPr>
        <p:spPr>
          <a:xfrm>
            <a:off x="2633867" y="2645891"/>
            <a:ext cx="1435213" cy="1034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75221EC-F9F8-A3FB-45D0-733F6EC635A9}"/>
              </a:ext>
            </a:extLst>
          </p:cNvPr>
          <p:cNvCxnSpPr>
            <a:stCxn id="150" idx="4"/>
          </p:cNvCxnSpPr>
          <p:nvPr/>
        </p:nvCxnSpPr>
        <p:spPr>
          <a:xfrm>
            <a:off x="2205038" y="1363980"/>
            <a:ext cx="2382202" cy="2316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4EDBC75-3AB2-F3A8-695E-363C7C6F24DB}"/>
              </a:ext>
            </a:extLst>
          </p:cNvPr>
          <p:cNvCxnSpPr>
            <a:stCxn id="149" idx="4"/>
          </p:cNvCxnSpPr>
          <p:nvPr/>
        </p:nvCxnSpPr>
        <p:spPr>
          <a:xfrm>
            <a:off x="4478655" y="1885951"/>
            <a:ext cx="390525" cy="1794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62280A0-9A34-8BD4-7961-7F2FBCA761B8}"/>
              </a:ext>
            </a:extLst>
          </p:cNvPr>
          <p:cNvCxnSpPr>
            <a:cxnSpLocks/>
            <a:stCxn id="152" idx="4"/>
          </p:cNvCxnSpPr>
          <p:nvPr/>
        </p:nvCxnSpPr>
        <p:spPr>
          <a:xfrm>
            <a:off x="5821204" y="3015614"/>
            <a:ext cx="0" cy="6648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ECC5DAC-D83B-711A-35C8-FF91AC412686}"/>
              </a:ext>
            </a:extLst>
          </p:cNvPr>
          <p:cNvCxnSpPr>
            <a:cxnSpLocks/>
          </p:cNvCxnSpPr>
          <p:nvPr/>
        </p:nvCxnSpPr>
        <p:spPr>
          <a:xfrm flipH="1">
            <a:off x="6823234" y="1885950"/>
            <a:ext cx="438149" cy="1794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457BE7D-E551-6CEE-65AF-8B662A18AB5D}"/>
              </a:ext>
            </a:extLst>
          </p:cNvPr>
          <p:cNvCxnSpPr>
            <a:cxnSpLocks/>
            <a:stCxn id="147" idx="4"/>
          </p:cNvCxnSpPr>
          <p:nvPr/>
        </p:nvCxnSpPr>
        <p:spPr>
          <a:xfrm flipH="1">
            <a:off x="7833360" y="2954654"/>
            <a:ext cx="1786890" cy="725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3C37623-322D-9A0E-26D5-248178E4C6FB}"/>
              </a:ext>
            </a:extLst>
          </p:cNvPr>
          <p:cNvCxnSpPr>
            <a:stCxn id="151" idx="3"/>
          </p:cNvCxnSpPr>
          <p:nvPr/>
        </p:nvCxnSpPr>
        <p:spPr>
          <a:xfrm flipH="1">
            <a:off x="7042308" y="1452819"/>
            <a:ext cx="1714418" cy="2227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>
            <a:extLst>
              <a:ext uri="{FF2B5EF4-FFF2-40B4-BE49-F238E27FC236}">
                <a16:creationId xmlns:a16="http://schemas.microsoft.com/office/drawing/2014/main" id="{FCAD3435-CDA3-6DAF-B55D-0BA1120860B8}"/>
              </a:ext>
            </a:extLst>
          </p:cNvPr>
          <p:cNvSpPr/>
          <p:nvPr/>
        </p:nvSpPr>
        <p:spPr>
          <a:xfrm>
            <a:off x="3550920" y="2217420"/>
            <a:ext cx="946989" cy="5791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P_Id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F39A70C-B04D-8A69-2212-1F2379AD88F7}"/>
              </a:ext>
            </a:extLst>
          </p:cNvPr>
          <p:cNvCxnSpPr>
            <a:stCxn id="172" idx="4"/>
          </p:cNvCxnSpPr>
          <p:nvPr/>
        </p:nvCxnSpPr>
        <p:spPr>
          <a:xfrm>
            <a:off x="4024415" y="2796541"/>
            <a:ext cx="707605" cy="8839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66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2B452-09F8-6ADD-95F4-DB4AE027FFD3}"/>
              </a:ext>
            </a:extLst>
          </p:cNvPr>
          <p:cNvSpPr/>
          <p:nvPr/>
        </p:nvSpPr>
        <p:spPr>
          <a:xfrm>
            <a:off x="3657600" y="2918460"/>
            <a:ext cx="4632960" cy="13944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Student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4E525D-347F-0050-200B-6EF234853C11}"/>
              </a:ext>
            </a:extLst>
          </p:cNvPr>
          <p:cNvSpPr/>
          <p:nvPr/>
        </p:nvSpPr>
        <p:spPr>
          <a:xfrm>
            <a:off x="3451860" y="670560"/>
            <a:ext cx="3764280" cy="11734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Academic_enrollement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6AC84B-A720-FEA6-D798-B00EBE27E9FC}"/>
              </a:ext>
            </a:extLst>
          </p:cNvPr>
          <p:cNvSpPr/>
          <p:nvPr/>
        </p:nvSpPr>
        <p:spPr>
          <a:xfrm>
            <a:off x="8831580" y="723900"/>
            <a:ext cx="3025140" cy="31775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“Student” Inherits from Person : </a:t>
            </a:r>
          </a:p>
          <a:p>
            <a:r>
              <a:rPr lang="en-US" dirty="0" err="1">
                <a:solidFill>
                  <a:schemeClr val="tx1"/>
                </a:solidFill>
              </a:rPr>
              <a:t>First_name</a:t>
            </a:r>
            <a:r>
              <a:rPr lang="en-US" dirty="0">
                <a:solidFill>
                  <a:schemeClr val="tx1"/>
                </a:solidFill>
              </a:rPr>
              <a:t> , </a:t>
            </a:r>
            <a:r>
              <a:rPr lang="en-US" dirty="0" err="1">
                <a:solidFill>
                  <a:schemeClr val="tx1"/>
                </a:solidFill>
              </a:rPr>
              <a:t>last_name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p_Id</a:t>
            </a:r>
            <a:r>
              <a:rPr lang="en-US" dirty="0">
                <a:solidFill>
                  <a:schemeClr val="tx1"/>
                </a:solidFill>
              </a:rPr>
              <a:t>, Affiliation, </a:t>
            </a:r>
            <a:r>
              <a:rPr lang="en-US" dirty="0" err="1">
                <a:solidFill>
                  <a:schemeClr val="tx1"/>
                </a:solidFill>
              </a:rPr>
              <a:t>Approuval</a:t>
            </a:r>
            <a:r>
              <a:rPr lang="en-US" dirty="0">
                <a:solidFill>
                  <a:schemeClr val="tx1"/>
                </a:solidFill>
              </a:rPr>
              <a:t>, Email, End, Start.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FFD8F7-1DC0-66F5-B784-26623DEC3CA0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5334000" y="1844040"/>
            <a:ext cx="640080" cy="1074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9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2A02E1-6143-7629-1D15-F7BE80E5F16A}"/>
              </a:ext>
            </a:extLst>
          </p:cNvPr>
          <p:cNvSpPr/>
          <p:nvPr/>
        </p:nvSpPr>
        <p:spPr>
          <a:xfrm>
            <a:off x="4343400" y="2697480"/>
            <a:ext cx="3246120" cy="853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Employee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CA43BC-D4C2-0434-4054-31EE3D07EEAF}"/>
              </a:ext>
            </a:extLst>
          </p:cNvPr>
          <p:cNvSpPr/>
          <p:nvPr/>
        </p:nvSpPr>
        <p:spPr>
          <a:xfrm>
            <a:off x="2491740" y="196215"/>
            <a:ext cx="3246120" cy="12230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Phone_number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871C28-7A70-B695-8D46-4F3158F8F9D5}"/>
              </a:ext>
            </a:extLst>
          </p:cNvPr>
          <p:cNvSpPr/>
          <p:nvPr/>
        </p:nvSpPr>
        <p:spPr>
          <a:xfrm>
            <a:off x="5905500" y="293370"/>
            <a:ext cx="2514600" cy="12230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Position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8D8B50-F53C-CEB1-A3F0-0A717188C667}"/>
              </a:ext>
            </a:extLst>
          </p:cNvPr>
          <p:cNvSpPr/>
          <p:nvPr/>
        </p:nvSpPr>
        <p:spPr>
          <a:xfrm>
            <a:off x="647700" y="1419225"/>
            <a:ext cx="2827020" cy="937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Office_space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37A2BA-EA4F-B99C-45AC-9CE233DC3570}"/>
              </a:ext>
            </a:extLst>
          </p:cNvPr>
          <p:cNvSpPr/>
          <p:nvPr/>
        </p:nvSpPr>
        <p:spPr>
          <a:xfrm>
            <a:off x="8930640" y="510540"/>
            <a:ext cx="3025140" cy="31775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“Employee” Inherits from Person : </a:t>
            </a:r>
          </a:p>
          <a:p>
            <a:r>
              <a:rPr lang="en-US" dirty="0" err="1">
                <a:solidFill>
                  <a:schemeClr val="tx1"/>
                </a:solidFill>
              </a:rPr>
              <a:t>First_name</a:t>
            </a:r>
            <a:r>
              <a:rPr lang="en-US" dirty="0">
                <a:solidFill>
                  <a:schemeClr val="tx1"/>
                </a:solidFill>
              </a:rPr>
              <a:t> , </a:t>
            </a:r>
            <a:r>
              <a:rPr lang="en-US" dirty="0" err="1">
                <a:solidFill>
                  <a:schemeClr val="tx1"/>
                </a:solidFill>
              </a:rPr>
              <a:t>last_name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p_Id</a:t>
            </a:r>
            <a:r>
              <a:rPr lang="en-US" dirty="0">
                <a:solidFill>
                  <a:schemeClr val="tx1"/>
                </a:solidFill>
              </a:rPr>
              <a:t>, Affiliation, </a:t>
            </a:r>
            <a:r>
              <a:rPr lang="en-US" dirty="0" err="1">
                <a:solidFill>
                  <a:schemeClr val="tx1"/>
                </a:solidFill>
              </a:rPr>
              <a:t>Approuval</a:t>
            </a:r>
            <a:r>
              <a:rPr lang="en-US" dirty="0">
                <a:solidFill>
                  <a:schemeClr val="tx1"/>
                </a:solidFill>
              </a:rPr>
              <a:t>, Email, End, Start.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745705-AAF8-033A-9C8C-6A7D0144FF9B}"/>
              </a:ext>
            </a:extLst>
          </p:cNvPr>
          <p:cNvCxnSpPr>
            <a:stCxn id="7" idx="5"/>
          </p:cNvCxnSpPr>
          <p:nvPr/>
        </p:nvCxnSpPr>
        <p:spPr>
          <a:xfrm>
            <a:off x="3060713" y="2219226"/>
            <a:ext cx="1282687" cy="4782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113E4A-863D-14BF-B72F-19FB1394828B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4114800" y="1419225"/>
            <a:ext cx="1851660" cy="127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09E0B6-4650-D190-66C7-CB03A9746398}"/>
              </a:ext>
            </a:extLst>
          </p:cNvPr>
          <p:cNvCxnSpPr>
            <a:cxnSpLocks/>
            <a:stCxn id="6" idx="5"/>
          </p:cNvCxnSpPr>
          <p:nvPr/>
        </p:nvCxnSpPr>
        <p:spPr>
          <a:xfrm flipH="1">
            <a:off x="6564630" y="1337274"/>
            <a:ext cx="1487215" cy="13602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434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C727F2-69B8-7A82-F5EB-E04C5456831D}"/>
              </a:ext>
            </a:extLst>
          </p:cNvPr>
          <p:cNvSpPr/>
          <p:nvPr/>
        </p:nvSpPr>
        <p:spPr>
          <a:xfrm>
            <a:off x="3558540" y="3718560"/>
            <a:ext cx="3893820" cy="10084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Laboratory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152871-8D24-8535-C8B0-9574A0451B3C}"/>
              </a:ext>
            </a:extLst>
          </p:cNvPr>
          <p:cNvSpPr/>
          <p:nvPr/>
        </p:nvSpPr>
        <p:spPr>
          <a:xfrm>
            <a:off x="1501140" y="1150620"/>
            <a:ext cx="2743200" cy="11658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Discipline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1CAC0D-9C8B-3280-6DE9-E88A25F1692D}"/>
              </a:ext>
            </a:extLst>
          </p:cNvPr>
          <p:cNvSpPr/>
          <p:nvPr/>
        </p:nvSpPr>
        <p:spPr>
          <a:xfrm>
            <a:off x="5417821" y="518160"/>
            <a:ext cx="2590802" cy="975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Building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C06FC1-8099-BCDC-35B7-79AAFBD28A85}"/>
              </a:ext>
            </a:extLst>
          </p:cNvPr>
          <p:cNvSpPr/>
          <p:nvPr/>
        </p:nvSpPr>
        <p:spPr>
          <a:xfrm>
            <a:off x="7307582" y="2026920"/>
            <a:ext cx="1699260" cy="11125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1DE09-180F-09E9-105B-A447206DA698}"/>
              </a:ext>
            </a:extLst>
          </p:cNvPr>
          <p:cNvSpPr/>
          <p:nvPr/>
        </p:nvSpPr>
        <p:spPr>
          <a:xfrm>
            <a:off x="4541520" y="1866900"/>
            <a:ext cx="937260" cy="10058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L_Id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55B852-6FBD-E585-2DE2-491271299669}"/>
              </a:ext>
            </a:extLst>
          </p:cNvPr>
          <p:cNvSpPr/>
          <p:nvPr/>
        </p:nvSpPr>
        <p:spPr>
          <a:xfrm>
            <a:off x="727710" y="2518410"/>
            <a:ext cx="2465070" cy="9448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Room_number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45376F-3813-952B-E101-69907D05A9E0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872740" y="2316480"/>
            <a:ext cx="1775460" cy="1402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CB316F-AAF9-A35D-F0E6-0335FB94C5B9}"/>
              </a:ext>
            </a:extLst>
          </p:cNvPr>
          <p:cNvCxnSpPr>
            <a:stCxn id="9" idx="5"/>
          </p:cNvCxnSpPr>
          <p:nvPr/>
        </p:nvCxnSpPr>
        <p:spPr>
          <a:xfrm>
            <a:off x="2831779" y="3324916"/>
            <a:ext cx="726761" cy="393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A890F0-ABAA-0C52-90F6-2ECE1D8D657E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5010150" y="2872740"/>
            <a:ext cx="495300" cy="8458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18440E-83C2-D619-D6F4-7FD4C1498115}"/>
              </a:ext>
            </a:extLst>
          </p:cNvPr>
          <p:cNvCxnSpPr>
            <a:stCxn id="6" idx="5"/>
            <a:endCxn id="6" idx="5"/>
          </p:cNvCxnSpPr>
          <p:nvPr/>
        </p:nvCxnSpPr>
        <p:spPr>
          <a:xfrm>
            <a:off x="7629209" y="135068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FBB0C3-F536-3B06-9B1B-861AB97D2D2F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6096000" y="1493520"/>
            <a:ext cx="617222" cy="2225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D27A5D-EFBE-11BA-D23B-4E7FBAB18799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7452360" y="3139440"/>
            <a:ext cx="704852" cy="57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39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54F003-C8BC-311A-83E2-C80A97C49D2B}"/>
              </a:ext>
            </a:extLst>
          </p:cNvPr>
          <p:cNvSpPr/>
          <p:nvPr/>
        </p:nvSpPr>
        <p:spPr>
          <a:xfrm>
            <a:off x="3589020" y="3589020"/>
            <a:ext cx="3634740" cy="701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Research_project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D3D291-E197-2E41-8F7D-1E39A59D99FE}"/>
              </a:ext>
            </a:extLst>
          </p:cNvPr>
          <p:cNvSpPr/>
          <p:nvPr/>
        </p:nvSpPr>
        <p:spPr>
          <a:xfrm>
            <a:off x="1043940" y="1539240"/>
            <a:ext cx="1935480" cy="899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Start-date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FFAFC8-B93A-D88C-5967-915215B357A8}"/>
              </a:ext>
            </a:extLst>
          </p:cNvPr>
          <p:cNvSpPr/>
          <p:nvPr/>
        </p:nvSpPr>
        <p:spPr>
          <a:xfrm>
            <a:off x="2575560" y="670560"/>
            <a:ext cx="1752600" cy="899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End-date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E2C59D-6526-F6D7-77D2-90FCA9931211}"/>
              </a:ext>
            </a:extLst>
          </p:cNvPr>
          <p:cNvSpPr/>
          <p:nvPr/>
        </p:nvSpPr>
        <p:spPr>
          <a:xfrm>
            <a:off x="4876800" y="868680"/>
            <a:ext cx="2171700" cy="8458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Project_code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97940F-D577-92EE-7B24-160E0D048C45}"/>
              </a:ext>
            </a:extLst>
          </p:cNvPr>
          <p:cNvSpPr/>
          <p:nvPr/>
        </p:nvSpPr>
        <p:spPr>
          <a:xfrm>
            <a:off x="8193004" y="2209800"/>
            <a:ext cx="1303020" cy="899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FF0D40-BB5C-66DC-CD24-E7573DE74337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2695976" y="2306721"/>
            <a:ext cx="893044" cy="12822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F2B947-53E8-02DF-9CA1-BBDEFC3ADBD4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451860" y="1569720"/>
            <a:ext cx="1030204" cy="2019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33ECCE-D3AC-C79A-4967-71C93CF5CA20}"/>
              </a:ext>
            </a:extLst>
          </p:cNvPr>
          <p:cNvCxnSpPr>
            <a:cxnSpLocks/>
            <a:stCxn id="8" idx="4"/>
            <a:endCxn id="5" idx="0"/>
          </p:cNvCxnSpPr>
          <p:nvPr/>
        </p:nvCxnSpPr>
        <p:spPr>
          <a:xfrm flipH="1">
            <a:off x="5406390" y="1714500"/>
            <a:ext cx="556260" cy="1874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A6241E-7A59-B193-6265-138B39403705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7223760" y="3108960"/>
            <a:ext cx="1620754" cy="480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AE3FC44-56EB-722F-D260-91524DEA31FA}"/>
              </a:ext>
            </a:extLst>
          </p:cNvPr>
          <p:cNvSpPr/>
          <p:nvPr/>
        </p:nvSpPr>
        <p:spPr>
          <a:xfrm>
            <a:off x="7272137" y="1243731"/>
            <a:ext cx="1524000" cy="8077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Status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CD29EC-E86B-E4BE-EB90-0F519A4C188B}"/>
              </a:ext>
            </a:extLst>
          </p:cNvPr>
          <p:cNvCxnSpPr>
            <a:stCxn id="24" idx="4"/>
          </p:cNvCxnSpPr>
          <p:nvPr/>
        </p:nvCxnSpPr>
        <p:spPr>
          <a:xfrm flipH="1">
            <a:off x="6042660" y="2051451"/>
            <a:ext cx="1991477" cy="1537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456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2D2302-FA4A-47BC-A419-9E46BD650085}"/>
              </a:ext>
            </a:extLst>
          </p:cNvPr>
          <p:cNvSpPr/>
          <p:nvPr/>
        </p:nvSpPr>
        <p:spPr>
          <a:xfrm>
            <a:off x="4099560" y="3489960"/>
            <a:ext cx="3093720" cy="8915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Budget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E5D3BE-86EB-18CB-D14E-78DE32544A78}"/>
              </a:ext>
            </a:extLst>
          </p:cNvPr>
          <p:cNvSpPr/>
          <p:nvPr/>
        </p:nvSpPr>
        <p:spPr>
          <a:xfrm>
            <a:off x="1043940" y="1310640"/>
            <a:ext cx="2697480" cy="990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Budgetary_line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835962-5037-D1ED-B356-019839952C82}"/>
              </a:ext>
            </a:extLst>
          </p:cNvPr>
          <p:cNvSpPr/>
          <p:nvPr/>
        </p:nvSpPr>
        <p:spPr>
          <a:xfrm>
            <a:off x="3337560" y="563880"/>
            <a:ext cx="2468880" cy="8534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Money_granted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8B8510-43B4-6A37-4DBF-2BC36BAD0764}"/>
              </a:ext>
            </a:extLst>
          </p:cNvPr>
          <p:cNvSpPr/>
          <p:nvPr/>
        </p:nvSpPr>
        <p:spPr>
          <a:xfrm>
            <a:off x="6096000" y="563880"/>
            <a:ext cx="2133600" cy="9067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Budget_end_date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152826-4DFC-A8F4-61F9-9C7385E14ECB}"/>
              </a:ext>
            </a:extLst>
          </p:cNvPr>
          <p:cNvSpPr/>
          <p:nvPr/>
        </p:nvSpPr>
        <p:spPr>
          <a:xfrm>
            <a:off x="7703820" y="1737360"/>
            <a:ext cx="2186940" cy="8305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Budget_start_date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E699C1-9A45-DCCE-A6F1-8CE5E2213BBE}"/>
              </a:ext>
            </a:extLst>
          </p:cNvPr>
          <p:cNvSpPr/>
          <p:nvPr/>
        </p:nvSpPr>
        <p:spPr>
          <a:xfrm>
            <a:off x="518160" y="2438400"/>
            <a:ext cx="2948940" cy="990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Amount_disbursed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871217-A5D2-EA57-17BD-A79FBDD0D57E}"/>
              </a:ext>
            </a:extLst>
          </p:cNvPr>
          <p:cNvCxnSpPr>
            <a:cxnSpLocks/>
          </p:cNvCxnSpPr>
          <p:nvPr/>
        </p:nvCxnSpPr>
        <p:spPr>
          <a:xfrm>
            <a:off x="4808220" y="1402080"/>
            <a:ext cx="1074420" cy="2072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00986-1262-361D-FD64-3407F1251645}"/>
              </a:ext>
            </a:extLst>
          </p:cNvPr>
          <p:cNvCxnSpPr>
            <a:stCxn id="5" idx="5"/>
            <a:endCxn id="4" idx="0"/>
          </p:cNvCxnSpPr>
          <p:nvPr/>
        </p:nvCxnSpPr>
        <p:spPr>
          <a:xfrm>
            <a:off x="3346383" y="2156170"/>
            <a:ext cx="2300037" cy="1333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BFDD63-DA7F-CEC8-5BD1-46AEC4C1F396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3467100" y="2933700"/>
            <a:ext cx="662940" cy="5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5A9AAD-0B52-3792-C362-03FAD4BD2B38}"/>
              </a:ext>
            </a:extLst>
          </p:cNvPr>
          <p:cNvCxnSpPr>
            <a:stCxn id="7" idx="4"/>
          </p:cNvCxnSpPr>
          <p:nvPr/>
        </p:nvCxnSpPr>
        <p:spPr>
          <a:xfrm flipH="1">
            <a:off x="6545580" y="1470660"/>
            <a:ext cx="617220" cy="2011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CA2A23-F55E-E245-5BFA-E7E55B078743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7193280" y="2446304"/>
            <a:ext cx="830810" cy="10436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46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5ECDE9-CBD3-9097-CE12-95ACFED16222}"/>
              </a:ext>
            </a:extLst>
          </p:cNvPr>
          <p:cNvSpPr/>
          <p:nvPr/>
        </p:nvSpPr>
        <p:spPr>
          <a:xfrm>
            <a:off x="3489960" y="3909060"/>
            <a:ext cx="420624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Equipment_model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4673C7-F1A0-F37E-50F1-5317706A2A24}"/>
              </a:ext>
            </a:extLst>
          </p:cNvPr>
          <p:cNvSpPr/>
          <p:nvPr/>
        </p:nvSpPr>
        <p:spPr>
          <a:xfrm>
            <a:off x="1192530" y="1493520"/>
            <a:ext cx="30099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Required_Environment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035063-6509-F1C5-EC8D-4974327F6EE8}"/>
              </a:ext>
            </a:extLst>
          </p:cNvPr>
          <p:cNvSpPr/>
          <p:nvPr/>
        </p:nvSpPr>
        <p:spPr>
          <a:xfrm>
            <a:off x="3848098" y="876300"/>
            <a:ext cx="1874520" cy="10439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Model_Id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149B63-E4CB-810F-F564-D504A552A011}"/>
              </a:ext>
            </a:extLst>
          </p:cNvPr>
          <p:cNvSpPr/>
          <p:nvPr/>
        </p:nvSpPr>
        <p:spPr>
          <a:xfrm>
            <a:off x="5791202" y="662940"/>
            <a:ext cx="2727954" cy="10439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Comercial_name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64A25B-6BB8-0ADE-F283-8356357B9996}"/>
              </a:ext>
            </a:extLst>
          </p:cNvPr>
          <p:cNvSpPr/>
          <p:nvPr/>
        </p:nvSpPr>
        <p:spPr>
          <a:xfrm>
            <a:off x="7780020" y="1607820"/>
            <a:ext cx="2217420" cy="10439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Manifacturer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82ABB0-1614-65E4-80B6-AD21BE5B6B7C}"/>
              </a:ext>
            </a:extLst>
          </p:cNvPr>
          <p:cNvSpPr/>
          <p:nvPr/>
        </p:nvSpPr>
        <p:spPr>
          <a:xfrm>
            <a:off x="571500" y="2865120"/>
            <a:ext cx="1874520" cy="10439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Category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0E24B2-FCD2-CF08-E1A4-424A72CF3B5C}"/>
              </a:ext>
            </a:extLst>
          </p:cNvPr>
          <p:cNvSpPr/>
          <p:nvPr/>
        </p:nvSpPr>
        <p:spPr>
          <a:xfrm>
            <a:off x="8473440" y="2788920"/>
            <a:ext cx="2552700" cy="10439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Special_training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73A4A7-6C16-73B1-8765-5A65910F4272}"/>
              </a:ext>
            </a:extLst>
          </p:cNvPr>
          <p:cNvCxnSpPr>
            <a:stCxn id="12" idx="6"/>
          </p:cNvCxnSpPr>
          <p:nvPr/>
        </p:nvCxnSpPr>
        <p:spPr>
          <a:xfrm>
            <a:off x="2446020" y="3387090"/>
            <a:ext cx="1043940" cy="521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CF4A68-5E2B-144C-D714-911C693D6118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697480" y="2407920"/>
            <a:ext cx="2026917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21588E-9897-5E83-50E6-F82D9CB82413}"/>
              </a:ext>
            </a:extLst>
          </p:cNvPr>
          <p:cNvCxnSpPr>
            <a:stCxn id="6" idx="4"/>
            <a:endCxn id="4" idx="0"/>
          </p:cNvCxnSpPr>
          <p:nvPr/>
        </p:nvCxnSpPr>
        <p:spPr>
          <a:xfrm>
            <a:off x="4785358" y="1920240"/>
            <a:ext cx="807722" cy="19888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E9231D-DF8F-1BF9-6E71-5191979048B0}"/>
              </a:ext>
            </a:extLst>
          </p:cNvPr>
          <p:cNvCxnSpPr>
            <a:stCxn id="8" idx="4"/>
          </p:cNvCxnSpPr>
          <p:nvPr/>
        </p:nvCxnSpPr>
        <p:spPr>
          <a:xfrm flipH="1">
            <a:off x="6423660" y="1706880"/>
            <a:ext cx="731519" cy="22021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3C7B98-1403-905D-B63C-4FF4B42B9B13}"/>
              </a:ext>
            </a:extLst>
          </p:cNvPr>
          <p:cNvCxnSpPr>
            <a:stCxn id="10" idx="4"/>
          </p:cNvCxnSpPr>
          <p:nvPr/>
        </p:nvCxnSpPr>
        <p:spPr>
          <a:xfrm flipH="1">
            <a:off x="7216140" y="2651760"/>
            <a:ext cx="1672590" cy="1257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164196-9694-A47E-150C-EE1982711D4A}"/>
              </a:ext>
            </a:extLst>
          </p:cNvPr>
          <p:cNvCxnSpPr>
            <a:stCxn id="14" idx="3"/>
          </p:cNvCxnSpPr>
          <p:nvPr/>
        </p:nvCxnSpPr>
        <p:spPr>
          <a:xfrm flipH="1">
            <a:off x="7696200" y="3679979"/>
            <a:ext cx="1151074" cy="229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110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34A750-E96D-9E38-D067-D7ABA3C94F92}"/>
              </a:ext>
            </a:extLst>
          </p:cNvPr>
          <p:cNvSpPr/>
          <p:nvPr/>
        </p:nvSpPr>
        <p:spPr>
          <a:xfrm>
            <a:off x="3847008" y="3759923"/>
            <a:ext cx="4404360" cy="7848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Equipment_unit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083D92-6C77-AA6E-A331-CA97ADD38C84}"/>
              </a:ext>
            </a:extLst>
          </p:cNvPr>
          <p:cNvSpPr/>
          <p:nvPr/>
        </p:nvSpPr>
        <p:spPr>
          <a:xfrm>
            <a:off x="881741" y="1770015"/>
            <a:ext cx="2312125" cy="7315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Serial_number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1DD992-8E28-482E-F49C-B02DCD95E985}"/>
              </a:ext>
            </a:extLst>
          </p:cNvPr>
          <p:cNvSpPr/>
          <p:nvPr/>
        </p:nvSpPr>
        <p:spPr>
          <a:xfrm>
            <a:off x="2697477" y="765263"/>
            <a:ext cx="2677885" cy="8686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Acquisition_date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FDB56-2922-E96B-2A3A-3FC4DBABB0C3}"/>
              </a:ext>
            </a:extLst>
          </p:cNvPr>
          <p:cNvSpPr/>
          <p:nvPr/>
        </p:nvSpPr>
        <p:spPr>
          <a:xfrm>
            <a:off x="5943597" y="699949"/>
            <a:ext cx="1685108" cy="8621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Purchase_cost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FBC564-BF92-BC58-045B-25F77E5BFA06}"/>
              </a:ext>
            </a:extLst>
          </p:cNvPr>
          <p:cNvSpPr/>
          <p:nvPr/>
        </p:nvSpPr>
        <p:spPr>
          <a:xfrm>
            <a:off x="7561216" y="1633943"/>
            <a:ext cx="3248296" cy="8360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Operational_status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767D26-8A6F-C4C0-C39A-22CE424B2EEE}"/>
              </a:ext>
            </a:extLst>
          </p:cNvPr>
          <p:cNvCxnSpPr>
            <a:stCxn id="5" idx="5"/>
          </p:cNvCxnSpPr>
          <p:nvPr/>
        </p:nvCxnSpPr>
        <p:spPr>
          <a:xfrm>
            <a:off x="2855263" y="2394406"/>
            <a:ext cx="1448945" cy="1365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681512-D4F6-D81E-A8F5-E01ADCD70666}"/>
              </a:ext>
            </a:extLst>
          </p:cNvPr>
          <p:cNvCxnSpPr>
            <a:stCxn id="6" idx="4"/>
          </p:cNvCxnSpPr>
          <p:nvPr/>
        </p:nvCxnSpPr>
        <p:spPr>
          <a:xfrm>
            <a:off x="4036420" y="1633943"/>
            <a:ext cx="1645919" cy="2125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144524-70E9-FD9C-CE9D-81F1BAE4E794}"/>
              </a:ext>
            </a:extLst>
          </p:cNvPr>
          <p:cNvCxnSpPr>
            <a:stCxn id="7" idx="4"/>
            <a:endCxn id="4" idx="0"/>
          </p:cNvCxnSpPr>
          <p:nvPr/>
        </p:nvCxnSpPr>
        <p:spPr>
          <a:xfrm flipH="1">
            <a:off x="6049188" y="1562097"/>
            <a:ext cx="736963" cy="2197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163D2-4E0E-FF20-74D8-D7334052A5F0}"/>
              </a:ext>
            </a:extLst>
          </p:cNvPr>
          <p:cNvCxnSpPr>
            <a:stCxn id="8" idx="4"/>
          </p:cNvCxnSpPr>
          <p:nvPr/>
        </p:nvCxnSpPr>
        <p:spPr>
          <a:xfrm flipH="1">
            <a:off x="7080065" y="2469966"/>
            <a:ext cx="2105299" cy="1289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90B0864-5D58-8CD3-402D-D95EC9F27D9B}"/>
              </a:ext>
            </a:extLst>
          </p:cNvPr>
          <p:cNvSpPr/>
          <p:nvPr/>
        </p:nvSpPr>
        <p:spPr>
          <a:xfrm>
            <a:off x="496386" y="2637607"/>
            <a:ext cx="2106444" cy="71519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Portability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80D8F7-F19D-A3FB-28CF-4FB17F312A7A}"/>
              </a:ext>
            </a:extLst>
          </p:cNvPr>
          <p:cNvCxnSpPr>
            <a:stCxn id="17" idx="5"/>
          </p:cNvCxnSpPr>
          <p:nvPr/>
        </p:nvCxnSpPr>
        <p:spPr>
          <a:xfrm>
            <a:off x="2294348" y="3248062"/>
            <a:ext cx="1552660" cy="5118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003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2D1C98C8-9DF1-D4E4-2B94-69E5F731C07D}"/>
              </a:ext>
            </a:extLst>
          </p:cNvPr>
          <p:cNvSpPr/>
          <p:nvPr/>
        </p:nvSpPr>
        <p:spPr>
          <a:xfrm>
            <a:off x="4088675" y="2622368"/>
            <a:ext cx="2638697" cy="2579914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Hosts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BEB451-0668-2450-BC6E-8F48D19E6DB6}"/>
              </a:ext>
            </a:extLst>
          </p:cNvPr>
          <p:cNvSpPr/>
          <p:nvPr/>
        </p:nvSpPr>
        <p:spPr>
          <a:xfrm>
            <a:off x="1992087" y="1355271"/>
            <a:ext cx="2227216" cy="13226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BB17E-9F32-C014-570D-64ABCA88D7EA}"/>
              </a:ext>
            </a:extLst>
          </p:cNvPr>
          <p:cNvSpPr txBox="1"/>
          <p:nvPr/>
        </p:nvSpPr>
        <p:spPr>
          <a:xfrm rot="16200000">
            <a:off x="3002553" y="1591549"/>
            <a:ext cx="2062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</a:t>
            </a:r>
            <a:br>
              <a:rPr lang="en-US" sz="1400" dirty="0"/>
            </a:br>
            <a:r>
              <a:rPr lang="en-US" sz="1400" dirty="0" err="1"/>
              <a:t>I</a:t>
            </a:r>
            <a:br>
              <a:rPr lang="en-US" sz="1400" dirty="0"/>
            </a:br>
            <a:r>
              <a:rPr lang="en-US" sz="1400" dirty="0" err="1"/>
              <a:t>I</a:t>
            </a:r>
            <a:br>
              <a:rPr lang="en-US" sz="1400" dirty="0"/>
            </a:br>
            <a:r>
              <a:rPr lang="en-US" sz="1400" dirty="0" err="1"/>
              <a:t>I</a:t>
            </a:r>
            <a:br>
              <a:rPr lang="en-US" sz="1400" dirty="0"/>
            </a:br>
            <a:r>
              <a:rPr lang="en-US" sz="1400" dirty="0" err="1"/>
              <a:t>I</a:t>
            </a:r>
            <a:endParaRPr lang="en-US" sz="14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2F3049-CC77-B9FA-BCA0-78FF50FDDBD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893135" y="2484193"/>
            <a:ext cx="698459" cy="9448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290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8D057-738E-5C08-A04D-83DC8581D113}"/>
              </a:ext>
            </a:extLst>
          </p:cNvPr>
          <p:cNvSpPr/>
          <p:nvPr/>
        </p:nvSpPr>
        <p:spPr>
          <a:xfrm>
            <a:off x="4352108" y="3768631"/>
            <a:ext cx="2819401" cy="6596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Certification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9FB2A9-61CC-B78C-9D48-E38A463BB024}"/>
              </a:ext>
            </a:extLst>
          </p:cNvPr>
          <p:cNvSpPr/>
          <p:nvPr/>
        </p:nvSpPr>
        <p:spPr>
          <a:xfrm>
            <a:off x="1273628" y="1391192"/>
            <a:ext cx="1802674" cy="7772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F6245F-8CBB-0E1E-9866-F9A9799320E5}"/>
              </a:ext>
            </a:extLst>
          </p:cNvPr>
          <p:cNvSpPr/>
          <p:nvPr/>
        </p:nvSpPr>
        <p:spPr>
          <a:xfrm>
            <a:off x="3391988" y="914397"/>
            <a:ext cx="2704012" cy="95358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Issuing_Authority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0C73D-2B42-4C82-5E9F-7E58EDCA3B07}"/>
              </a:ext>
            </a:extLst>
          </p:cNvPr>
          <p:cNvSpPr/>
          <p:nvPr/>
        </p:nvSpPr>
        <p:spPr>
          <a:xfrm>
            <a:off x="6648995" y="1048293"/>
            <a:ext cx="2410096" cy="8850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Safety_level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B32ACC-A57D-1A97-A352-5A8EE190B65E}"/>
              </a:ext>
            </a:extLst>
          </p:cNvPr>
          <p:cNvSpPr/>
          <p:nvPr/>
        </p:nvSpPr>
        <p:spPr>
          <a:xfrm>
            <a:off x="855617" y="2847700"/>
            <a:ext cx="2423160" cy="9209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Validity_period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472BF9-7FDD-62B8-6635-D6BD460E375D}"/>
              </a:ext>
            </a:extLst>
          </p:cNvPr>
          <p:cNvSpPr/>
          <p:nvPr/>
        </p:nvSpPr>
        <p:spPr>
          <a:xfrm>
            <a:off x="8085908" y="2286000"/>
            <a:ext cx="1547949" cy="7707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CB4058-AD0D-2E17-F856-70F646798365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3278777" y="3308166"/>
            <a:ext cx="1073331" cy="460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102CF9-5D00-B640-4F9D-A4A2D7C94DD8}"/>
              </a:ext>
            </a:extLst>
          </p:cNvPr>
          <p:cNvCxnSpPr>
            <a:stCxn id="5" idx="5"/>
          </p:cNvCxnSpPr>
          <p:nvPr/>
        </p:nvCxnSpPr>
        <p:spPr>
          <a:xfrm>
            <a:off x="2812307" y="2054608"/>
            <a:ext cx="2249550" cy="1714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9B34EE-9A42-E049-E906-ADB85B3036BE}"/>
              </a:ext>
            </a:extLst>
          </p:cNvPr>
          <p:cNvCxnSpPr>
            <a:stCxn id="6" idx="4"/>
            <a:endCxn id="4" idx="0"/>
          </p:cNvCxnSpPr>
          <p:nvPr/>
        </p:nvCxnSpPr>
        <p:spPr>
          <a:xfrm>
            <a:off x="4743994" y="1867986"/>
            <a:ext cx="1017815" cy="1900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25DAFE-F025-2590-517F-5AED38B590B9}"/>
              </a:ext>
            </a:extLst>
          </p:cNvPr>
          <p:cNvCxnSpPr>
            <a:stCxn id="7" idx="4"/>
          </p:cNvCxnSpPr>
          <p:nvPr/>
        </p:nvCxnSpPr>
        <p:spPr>
          <a:xfrm flipH="1">
            <a:off x="6270171" y="1933302"/>
            <a:ext cx="1583872" cy="1835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465703-DC6D-55B0-8F85-279F59DAFA15}"/>
              </a:ext>
            </a:extLst>
          </p:cNvPr>
          <p:cNvCxnSpPr>
            <a:stCxn id="9" idx="3"/>
          </p:cNvCxnSpPr>
          <p:nvPr/>
        </p:nvCxnSpPr>
        <p:spPr>
          <a:xfrm flipH="1">
            <a:off x="7171509" y="2943840"/>
            <a:ext cx="1141091" cy="824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694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920AEDCA-92BE-807F-1221-3223DB94D44E}"/>
              </a:ext>
            </a:extLst>
          </p:cNvPr>
          <p:cNvSpPr/>
          <p:nvPr/>
        </p:nvSpPr>
        <p:spPr>
          <a:xfrm>
            <a:off x="4291149" y="2619103"/>
            <a:ext cx="2468880" cy="1848394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Held_by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221C28-44EE-17F1-DB7D-F55917DAC7A7}"/>
              </a:ext>
            </a:extLst>
          </p:cNvPr>
          <p:cNvSpPr/>
          <p:nvPr/>
        </p:nvSpPr>
        <p:spPr>
          <a:xfrm>
            <a:off x="2292531" y="1025434"/>
            <a:ext cx="1756955" cy="10842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Expiration_date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E67775-B03D-C918-E078-0919CF040A55}"/>
              </a:ext>
            </a:extLst>
          </p:cNvPr>
          <p:cNvSpPr/>
          <p:nvPr/>
        </p:nvSpPr>
        <p:spPr>
          <a:xfrm>
            <a:off x="4807132" y="581297"/>
            <a:ext cx="1809205" cy="13324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Issue_date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01CF58-433C-8CD2-29A9-EB6B668ED132}"/>
              </a:ext>
            </a:extLst>
          </p:cNvPr>
          <p:cNvSpPr/>
          <p:nvPr/>
        </p:nvSpPr>
        <p:spPr>
          <a:xfrm>
            <a:off x="7234647" y="1025434"/>
            <a:ext cx="1700347" cy="11364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Result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F813C6-0072-9ED7-CB5B-D60C81EB2E20}"/>
              </a:ext>
            </a:extLst>
          </p:cNvPr>
          <p:cNvCxnSpPr>
            <a:stCxn id="5" idx="4"/>
          </p:cNvCxnSpPr>
          <p:nvPr/>
        </p:nvCxnSpPr>
        <p:spPr>
          <a:xfrm>
            <a:off x="3171009" y="2109651"/>
            <a:ext cx="1551214" cy="1090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5ACB1-E215-B125-F4C2-87DEB189596C}"/>
              </a:ext>
            </a:extLst>
          </p:cNvPr>
          <p:cNvCxnSpPr>
            <a:stCxn id="6" idx="4"/>
          </p:cNvCxnSpPr>
          <p:nvPr/>
        </p:nvCxnSpPr>
        <p:spPr>
          <a:xfrm flipH="1">
            <a:off x="5303520" y="1913708"/>
            <a:ext cx="408215" cy="862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947DF-32F2-F513-CAB0-9546601F9F2D}"/>
              </a:ext>
            </a:extLst>
          </p:cNvPr>
          <p:cNvCxnSpPr>
            <a:cxnSpLocks/>
          </p:cNvCxnSpPr>
          <p:nvPr/>
        </p:nvCxnSpPr>
        <p:spPr>
          <a:xfrm flipH="1">
            <a:off x="6245135" y="2109651"/>
            <a:ext cx="1448888" cy="1038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525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F113B5-5D78-ADDB-EBC3-E7523C9033CB}"/>
              </a:ext>
            </a:extLst>
          </p:cNvPr>
          <p:cNvSpPr/>
          <p:nvPr/>
        </p:nvSpPr>
        <p:spPr>
          <a:xfrm>
            <a:off x="4362994" y="4114800"/>
            <a:ext cx="2880360" cy="581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Reservation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EA7429-9F24-C6E7-55D3-148F1F642484}"/>
              </a:ext>
            </a:extLst>
          </p:cNvPr>
          <p:cNvSpPr/>
          <p:nvPr/>
        </p:nvSpPr>
        <p:spPr>
          <a:xfrm>
            <a:off x="1070066" y="2442754"/>
            <a:ext cx="1887583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Purpose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6DE0C1-E19A-ACFB-EFDF-FDA5970130FE}"/>
              </a:ext>
            </a:extLst>
          </p:cNvPr>
          <p:cNvSpPr/>
          <p:nvPr/>
        </p:nvSpPr>
        <p:spPr>
          <a:xfrm>
            <a:off x="1785258" y="975360"/>
            <a:ext cx="1887583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Res_Id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216D7-5D64-5645-5EBC-909DE80569A6}"/>
              </a:ext>
            </a:extLst>
          </p:cNvPr>
          <p:cNvSpPr/>
          <p:nvPr/>
        </p:nvSpPr>
        <p:spPr>
          <a:xfrm>
            <a:off x="3678285" y="292825"/>
            <a:ext cx="1887583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EB9C9D-20E8-6DF0-2219-F44059BC7891}"/>
              </a:ext>
            </a:extLst>
          </p:cNvPr>
          <p:cNvSpPr/>
          <p:nvPr/>
        </p:nvSpPr>
        <p:spPr>
          <a:xfrm>
            <a:off x="5723710" y="175803"/>
            <a:ext cx="2780209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Submisson_times_stamp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50096B-5E22-050E-0332-6107D38F344E}"/>
              </a:ext>
            </a:extLst>
          </p:cNvPr>
          <p:cNvSpPr/>
          <p:nvPr/>
        </p:nvSpPr>
        <p:spPr>
          <a:xfrm>
            <a:off x="7752807" y="1253489"/>
            <a:ext cx="1705790" cy="98624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00F79C-2DDA-6E82-146B-5DCA9385D760}"/>
              </a:ext>
            </a:extLst>
          </p:cNvPr>
          <p:cNvSpPr/>
          <p:nvPr/>
        </p:nvSpPr>
        <p:spPr>
          <a:xfrm>
            <a:off x="8048897" y="2495004"/>
            <a:ext cx="1887583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Status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29A40E-41A9-9315-3308-48E3146B7DE7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2681219" y="3362617"/>
            <a:ext cx="1681775" cy="752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98143A-C869-8F63-BE75-9E43CF332B41}"/>
              </a:ext>
            </a:extLst>
          </p:cNvPr>
          <p:cNvCxnSpPr>
            <a:stCxn id="7" idx="5"/>
          </p:cNvCxnSpPr>
          <p:nvPr/>
        </p:nvCxnSpPr>
        <p:spPr>
          <a:xfrm>
            <a:off x="3396411" y="1895223"/>
            <a:ext cx="1508692" cy="2219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31B901-C8AD-B4DA-D4FB-46F38E17485B}"/>
              </a:ext>
            </a:extLst>
          </p:cNvPr>
          <p:cNvCxnSpPr>
            <a:stCxn id="9" idx="4"/>
          </p:cNvCxnSpPr>
          <p:nvPr/>
        </p:nvCxnSpPr>
        <p:spPr>
          <a:xfrm>
            <a:off x="4622077" y="1370511"/>
            <a:ext cx="943791" cy="27442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930C38-D124-160A-BBDA-3000D78869F6}"/>
              </a:ext>
            </a:extLst>
          </p:cNvPr>
          <p:cNvCxnSpPr>
            <a:stCxn id="11" idx="4"/>
          </p:cNvCxnSpPr>
          <p:nvPr/>
        </p:nvCxnSpPr>
        <p:spPr>
          <a:xfrm flipH="1">
            <a:off x="5924006" y="1253489"/>
            <a:ext cx="1189809" cy="28613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8CC743-0E48-24D9-1ED0-20F2CDFB5F11}"/>
              </a:ext>
            </a:extLst>
          </p:cNvPr>
          <p:cNvCxnSpPr>
            <a:stCxn id="13" idx="3"/>
          </p:cNvCxnSpPr>
          <p:nvPr/>
        </p:nvCxnSpPr>
        <p:spPr>
          <a:xfrm flipH="1">
            <a:off x="6590211" y="2095303"/>
            <a:ext cx="1412403" cy="20194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404785-192B-84E5-1581-90A4A1F066D7}"/>
              </a:ext>
            </a:extLst>
          </p:cNvPr>
          <p:cNvCxnSpPr>
            <a:stCxn id="15" idx="3"/>
          </p:cNvCxnSpPr>
          <p:nvPr/>
        </p:nvCxnSpPr>
        <p:spPr>
          <a:xfrm flipH="1">
            <a:off x="7243354" y="3414867"/>
            <a:ext cx="1081973" cy="699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966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31CFE1-B9A9-EF9B-4770-FB928BCC2B7A}"/>
              </a:ext>
            </a:extLst>
          </p:cNvPr>
          <p:cNvSpPr/>
          <p:nvPr/>
        </p:nvSpPr>
        <p:spPr>
          <a:xfrm>
            <a:off x="4909094" y="3520440"/>
            <a:ext cx="2860766" cy="633549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Maintenance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346F99-48FF-5BBC-4BE4-7E0489BD4FE2}"/>
              </a:ext>
            </a:extLst>
          </p:cNvPr>
          <p:cNvSpPr/>
          <p:nvPr/>
        </p:nvSpPr>
        <p:spPr>
          <a:xfrm>
            <a:off x="1900645" y="1520260"/>
            <a:ext cx="2076994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8AFF48-617E-B009-E80F-A8D5A0266797}"/>
              </a:ext>
            </a:extLst>
          </p:cNvPr>
          <p:cNvSpPr/>
          <p:nvPr/>
        </p:nvSpPr>
        <p:spPr>
          <a:xfrm>
            <a:off x="7959634" y="2038349"/>
            <a:ext cx="2076994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FF2BF0-D375-5938-2A9C-12735E9F6697}"/>
              </a:ext>
            </a:extLst>
          </p:cNvPr>
          <p:cNvSpPr/>
          <p:nvPr/>
        </p:nvSpPr>
        <p:spPr>
          <a:xfrm>
            <a:off x="6921137" y="917665"/>
            <a:ext cx="2076994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A43520-76F6-C2E4-D6CB-2B8523755BAE}"/>
              </a:ext>
            </a:extLst>
          </p:cNvPr>
          <p:cNvSpPr/>
          <p:nvPr/>
        </p:nvSpPr>
        <p:spPr>
          <a:xfrm>
            <a:off x="5212081" y="420186"/>
            <a:ext cx="2076994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EE98DB-73FD-570F-941E-4D7FC5C79E00}"/>
              </a:ext>
            </a:extLst>
          </p:cNvPr>
          <p:cNvSpPr/>
          <p:nvPr/>
        </p:nvSpPr>
        <p:spPr>
          <a:xfrm>
            <a:off x="3098074" y="654845"/>
            <a:ext cx="2076994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36CD1-EE83-9599-D2C4-D291822CF0E6}"/>
              </a:ext>
            </a:extLst>
          </p:cNvPr>
          <p:cNvSpPr txBox="1"/>
          <p:nvPr/>
        </p:nvSpPr>
        <p:spPr>
          <a:xfrm rot="16200000">
            <a:off x="7883366" y="920095"/>
            <a:ext cx="243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  <a:p>
            <a:r>
              <a:rPr lang="en-US" dirty="0"/>
              <a:t>I</a:t>
            </a:r>
          </a:p>
          <a:p>
            <a:r>
              <a:rPr lang="en-US" dirty="0"/>
              <a:t>I</a:t>
            </a:r>
          </a:p>
          <a:p>
            <a:r>
              <a:rPr lang="en-US" dirty="0"/>
              <a:t>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B6952C-98A4-AD71-B592-2FB467C5F59D}"/>
              </a:ext>
            </a:extLst>
          </p:cNvPr>
          <p:cNvSpPr/>
          <p:nvPr/>
        </p:nvSpPr>
        <p:spPr>
          <a:xfrm>
            <a:off x="1822267" y="2540725"/>
            <a:ext cx="1698171" cy="8882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9D6417-0081-7FBF-7B88-DFD9F2815D48}"/>
              </a:ext>
            </a:extLst>
          </p:cNvPr>
          <p:cNvCxnSpPr>
            <a:stCxn id="13" idx="5"/>
            <a:endCxn id="4" idx="0"/>
          </p:cNvCxnSpPr>
          <p:nvPr/>
        </p:nvCxnSpPr>
        <p:spPr>
          <a:xfrm>
            <a:off x="4870899" y="1413035"/>
            <a:ext cx="1468578" cy="2107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6572FD-A0EA-82DE-A547-36A0324556D9}"/>
              </a:ext>
            </a:extLst>
          </p:cNvPr>
          <p:cNvCxnSpPr>
            <a:stCxn id="5" idx="6"/>
          </p:cNvCxnSpPr>
          <p:nvPr/>
        </p:nvCxnSpPr>
        <p:spPr>
          <a:xfrm>
            <a:off x="3977639" y="1964398"/>
            <a:ext cx="1730830" cy="15560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2CDA02-B06C-45E2-9945-AF40AAA51C7D}"/>
              </a:ext>
            </a:extLst>
          </p:cNvPr>
          <p:cNvCxnSpPr>
            <a:stCxn id="17" idx="6"/>
          </p:cNvCxnSpPr>
          <p:nvPr/>
        </p:nvCxnSpPr>
        <p:spPr>
          <a:xfrm>
            <a:off x="3520438" y="2984863"/>
            <a:ext cx="1388656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839FAD-C0F7-EE66-68BE-0FA03560EA9C}"/>
              </a:ext>
            </a:extLst>
          </p:cNvPr>
          <p:cNvCxnSpPr>
            <a:stCxn id="9" idx="4"/>
          </p:cNvCxnSpPr>
          <p:nvPr/>
        </p:nvCxnSpPr>
        <p:spPr>
          <a:xfrm flipH="1">
            <a:off x="6921137" y="1805940"/>
            <a:ext cx="1038497" cy="1714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8FA731-C6F6-66BA-3CBA-9909F51AAC85}"/>
              </a:ext>
            </a:extLst>
          </p:cNvPr>
          <p:cNvCxnSpPr>
            <a:stCxn id="11" idx="4"/>
          </p:cNvCxnSpPr>
          <p:nvPr/>
        </p:nvCxnSpPr>
        <p:spPr>
          <a:xfrm>
            <a:off x="6250578" y="1308461"/>
            <a:ext cx="391885" cy="2211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5BB0A7-C904-417E-E4A3-E1B8B2B7532E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7785463" y="2926624"/>
            <a:ext cx="1212668" cy="5938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66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851F64-AD40-7BCA-7EEE-4703338165AD}"/>
              </a:ext>
            </a:extLst>
          </p:cNvPr>
          <p:cNvSpPr/>
          <p:nvPr/>
        </p:nvSpPr>
        <p:spPr>
          <a:xfrm>
            <a:off x="3853544" y="3912325"/>
            <a:ext cx="2880360" cy="666206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Calibration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78CDA7-C440-A8EA-35DB-03FB6F73E119}"/>
              </a:ext>
            </a:extLst>
          </p:cNvPr>
          <p:cNvSpPr/>
          <p:nvPr/>
        </p:nvSpPr>
        <p:spPr>
          <a:xfrm>
            <a:off x="770708" y="2495006"/>
            <a:ext cx="2194560" cy="9339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BE5513-9A2D-7DBD-824B-49B6F424956A}"/>
              </a:ext>
            </a:extLst>
          </p:cNvPr>
          <p:cNvSpPr/>
          <p:nvPr/>
        </p:nvSpPr>
        <p:spPr>
          <a:xfrm>
            <a:off x="2122713" y="927463"/>
            <a:ext cx="1946367" cy="10776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Next_Due_Date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F86DD6-5823-E5B9-6CE7-393FF0973C4D}"/>
              </a:ext>
            </a:extLst>
          </p:cNvPr>
          <p:cNvSpPr/>
          <p:nvPr/>
        </p:nvSpPr>
        <p:spPr>
          <a:xfrm>
            <a:off x="5388429" y="698863"/>
            <a:ext cx="2018211" cy="10319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Result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EF60CC-C842-4E53-0F0E-520E2ABC23D8}"/>
              </a:ext>
            </a:extLst>
          </p:cNvPr>
          <p:cNvSpPr/>
          <p:nvPr/>
        </p:nvSpPr>
        <p:spPr>
          <a:xfrm>
            <a:off x="7641771" y="2325189"/>
            <a:ext cx="2011680" cy="10058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FBB6C-A6E5-40B8-2DC6-0C2B7C489A3B}"/>
              </a:ext>
            </a:extLst>
          </p:cNvPr>
          <p:cNvSpPr txBox="1"/>
          <p:nvPr/>
        </p:nvSpPr>
        <p:spPr>
          <a:xfrm rot="16200000">
            <a:off x="1755616" y="2705796"/>
            <a:ext cx="224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</a:t>
            </a:r>
            <a:br>
              <a:rPr lang="en-US" sz="1200" dirty="0"/>
            </a:br>
            <a:r>
              <a:rPr lang="en-US" sz="1200" dirty="0" err="1"/>
              <a:t>I</a:t>
            </a:r>
            <a:br>
              <a:rPr lang="en-US" sz="1200" dirty="0"/>
            </a:br>
            <a:r>
              <a:rPr lang="en-US" sz="1200" dirty="0" err="1"/>
              <a:t>I</a:t>
            </a:r>
            <a:br>
              <a:rPr lang="en-US" sz="1200" dirty="0"/>
            </a:br>
            <a:r>
              <a:rPr lang="en-US" sz="1200" dirty="0" err="1"/>
              <a:t>I</a:t>
            </a:r>
            <a:endParaRPr lang="en-US" sz="1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27B404-4325-211A-7C56-ABA582FA4735}"/>
              </a:ext>
            </a:extLst>
          </p:cNvPr>
          <p:cNvCxnSpPr>
            <a:stCxn id="6" idx="5"/>
          </p:cNvCxnSpPr>
          <p:nvPr/>
        </p:nvCxnSpPr>
        <p:spPr>
          <a:xfrm>
            <a:off x="3784041" y="1847326"/>
            <a:ext cx="1212502" cy="2064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8F5300-9A63-9A3B-77D5-74A3363C3CB3}"/>
              </a:ext>
            </a:extLst>
          </p:cNvPr>
          <p:cNvCxnSpPr>
            <a:stCxn id="7" idx="4"/>
          </p:cNvCxnSpPr>
          <p:nvPr/>
        </p:nvCxnSpPr>
        <p:spPr>
          <a:xfrm flipH="1">
            <a:off x="5917474" y="1730829"/>
            <a:ext cx="480061" cy="2181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D1CCFA-3007-C258-C01F-9644D51C8C77}"/>
              </a:ext>
            </a:extLst>
          </p:cNvPr>
          <p:cNvCxnSpPr>
            <a:stCxn id="5" idx="5"/>
          </p:cNvCxnSpPr>
          <p:nvPr/>
        </p:nvCxnSpPr>
        <p:spPr>
          <a:xfrm>
            <a:off x="2643882" y="3292220"/>
            <a:ext cx="1209662" cy="620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E44AA0-33C8-3601-9C6B-7ABD382F6CCD}"/>
              </a:ext>
            </a:extLst>
          </p:cNvPr>
          <p:cNvCxnSpPr>
            <a:stCxn id="8" idx="3"/>
          </p:cNvCxnSpPr>
          <p:nvPr/>
        </p:nvCxnSpPr>
        <p:spPr>
          <a:xfrm flipH="1">
            <a:off x="6733904" y="3183727"/>
            <a:ext cx="1202471" cy="72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780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1A9587-E244-E6D6-97FF-2F48A2902100}"/>
              </a:ext>
            </a:extLst>
          </p:cNvPr>
          <p:cNvSpPr/>
          <p:nvPr/>
        </p:nvSpPr>
        <p:spPr>
          <a:xfrm>
            <a:off x="4003765" y="3768635"/>
            <a:ext cx="2586447" cy="555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Consumables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92CC52-2E82-1AFA-0563-80449E53DDB1}"/>
              </a:ext>
            </a:extLst>
          </p:cNvPr>
          <p:cNvSpPr/>
          <p:nvPr/>
        </p:nvSpPr>
        <p:spPr>
          <a:xfrm>
            <a:off x="1221377" y="2707276"/>
            <a:ext cx="2958738" cy="76417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Reorder_threshold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5E4CC1-57E0-4631-0C95-BDBEA0C4C49B}"/>
              </a:ext>
            </a:extLst>
          </p:cNvPr>
          <p:cNvSpPr/>
          <p:nvPr/>
        </p:nvSpPr>
        <p:spPr>
          <a:xfrm>
            <a:off x="2286000" y="1146265"/>
            <a:ext cx="2011680" cy="10907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Con_Id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89B85B-4CD1-F7AF-E872-21C2FEC5CB51}"/>
              </a:ext>
            </a:extLst>
          </p:cNvPr>
          <p:cNvSpPr/>
          <p:nvPr/>
        </p:nvSpPr>
        <p:spPr>
          <a:xfrm>
            <a:off x="4395652" y="470263"/>
            <a:ext cx="1887583" cy="9535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Level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DC265D-30F9-7398-1649-9F8C5B8BA39B}"/>
              </a:ext>
            </a:extLst>
          </p:cNvPr>
          <p:cNvSpPr/>
          <p:nvPr/>
        </p:nvSpPr>
        <p:spPr>
          <a:xfrm>
            <a:off x="6590212" y="744582"/>
            <a:ext cx="1711234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9D5373-1AE8-5B05-3D69-A2FFD440BA4D}"/>
              </a:ext>
            </a:extLst>
          </p:cNvPr>
          <p:cNvSpPr/>
          <p:nvPr/>
        </p:nvSpPr>
        <p:spPr>
          <a:xfrm>
            <a:off x="7145383" y="2286000"/>
            <a:ext cx="2860766" cy="9862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Unit_of_measure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EB079E-59F0-A435-59A2-2587180F2052}"/>
              </a:ext>
            </a:extLst>
          </p:cNvPr>
          <p:cNvCxnSpPr>
            <a:stCxn id="6" idx="5"/>
          </p:cNvCxnSpPr>
          <p:nvPr/>
        </p:nvCxnSpPr>
        <p:spPr>
          <a:xfrm>
            <a:off x="4003076" y="2077278"/>
            <a:ext cx="1156753" cy="1691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8BBFC-C38C-C080-3B03-804A1808FC3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700746" y="3471454"/>
            <a:ext cx="1301388" cy="2971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BE6192-5C05-33E5-E630-9B10F016DC7A}"/>
              </a:ext>
            </a:extLst>
          </p:cNvPr>
          <p:cNvCxnSpPr>
            <a:stCxn id="7" idx="4"/>
          </p:cNvCxnSpPr>
          <p:nvPr/>
        </p:nvCxnSpPr>
        <p:spPr>
          <a:xfrm>
            <a:off x="5339444" y="1423851"/>
            <a:ext cx="133894" cy="2344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A193B8-CD03-F919-BC86-F70D06AE2488}"/>
              </a:ext>
            </a:extLst>
          </p:cNvPr>
          <p:cNvCxnSpPr>
            <a:stCxn id="8" idx="4"/>
          </p:cNvCxnSpPr>
          <p:nvPr/>
        </p:nvCxnSpPr>
        <p:spPr>
          <a:xfrm flipH="1">
            <a:off x="5937069" y="1887582"/>
            <a:ext cx="1508760" cy="1881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691B3F-AF65-1CAD-1CBB-A7495892BF5E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6590212" y="3272247"/>
            <a:ext cx="1985554" cy="4963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90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30A130-3429-C3FF-BE25-A1EA1244CA3F}"/>
              </a:ext>
            </a:extLst>
          </p:cNvPr>
          <p:cNvSpPr/>
          <p:nvPr/>
        </p:nvSpPr>
        <p:spPr>
          <a:xfrm>
            <a:off x="4460967" y="3912325"/>
            <a:ext cx="2939143" cy="672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Suppliers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A95E84-6731-946C-65E3-F1D6F26372C4}"/>
              </a:ext>
            </a:extLst>
          </p:cNvPr>
          <p:cNvSpPr/>
          <p:nvPr/>
        </p:nvSpPr>
        <p:spPr>
          <a:xfrm>
            <a:off x="2240280" y="2978331"/>
            <a:ext cx="1639389" cy="9339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Sup_Id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C53EF0-037F-01EA-955E-5A995BC897F9}"/>
              </a:ext>
            </a:extLst>
          </p:cNvPr>
          <p:cNvSpPr/>
          <p:nvPr/>
        </p:nvSpPr>
        <p:spPr>
          <a:xfrm>
            <a:off x="2991394" y="1711235"/>
            <a:ext cx="1469573" cy="822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Phone_number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39F8DE-3A58-9A66-E30F-F8B333AF4E49}"/>
              </a:ext>
            </a:extLst>
          </p:cNvPr>
          <p:cNvSpPr/>
          <p:nvPr/>
        </p:nvSpPr>
        <p:spPr>
          <a:xfrm>
            <a:off x="5532120" y="1240972"/>
            <a:ext cx="1365068" cy="829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963656-5C41-A706-8C5C-102793FB8955}"/>
              </a:ext>
            </a:extLst>
          </p:cNvPr>
          <p:cNvSpPr/>
          <p:nvPr/>
        </p:nvSpPr>
        <p:spPr>
          <a:xfrm>
            <a:off x="7589522" y="2504803"/>
            <a:ext cx="1639389" cy="7772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Email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61DAAA-D19D-C14C-61FE-3B02DF72B04C}"/>
              </a:ext>
            </a:extLst>
          </p:cNvPr>
          <p:cNvCxnSpPr>
            <a:stCxn id="5" idx="6"/>
          </p:cNvCxnSpPr>
          <p:nvPr/>
        </p:nvCxnSpPr>
        <p:spPr>
          <a:xfrm>
            <a:off x="3879669" y="3445328"/>
            <a:ext cx="581298" cy="466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A143CB-7661-BB54-FBFA-C4EED7CD3F4D}"/>
              </a:ext>
            </a:extLst>
          </p:cNvPr>
          <p:cNvCxnSpPr>
            <a:stCxn id="6" idx="5"/>
          </p:cNvCxnSpPr>
          <p:nvPr/>
        </p:nvCxnSpPr>
        <p:spPr>
          <a:xfrm>
            <a:off x="4245753" y="2413675"/>
            <a:ext cx="1234116" cy="149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6E451-A0B4-83B0-4C3A-52848CE9236A}"/>
              </a:ext>
            </a:extLst>
          </p:cNvPr>
          <p:cNvCxnSpPr>
            <a:stCxn id="7" idx="4"/>
            <a:endCxn id="4" idx="0"/>
          </p:cNvCxnSpPr>
          <p:nvPr/>
        </p:nvCxnSpPr>
        <p:spPr>
          <a:xfrm flipH="1">
            <a:off x="5930539" y="2070463"/>
            <a:ext cx="284115" cy="1841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344155-256A-A4BF-52AA-271ED414586A}"/>
              </a:ext>
            </a:extLst>
          </p:cNvPr>
          <p:cNvCxnSpPr>
            <a:stCxn id="8" idx="3"/>
          </p:cNvCxnSpPr>
          <p:nvPr/>
        </p:nvCxnSpPr>
        <p:spPr>
          <a:xfrm flipH="1">
            <a:off x="7400110" y="3168219"/>
            <a:ext cx="429495" cy="744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792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C4000014-EBC9-B5EA-09C4-C30DEEBB7E71}"/>
              </a:ext>
            </a:extLst>
          </p:cNvPr>
          <p:cNvSpPr/>
          <p:nvPr/>
        </p:nvSpPr>
        <p:spPr>
          <a:xfrm>
            <a:off x="4598126" y="2547258"/>
            <a:ext cx="2299063" cy="242969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Use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9613B7-40E7-2728-5E6E-DDB9D2B43D4C}"/>
              </a:ext>
            </a:extLst>
          </p:cNvPr>
          <p:cNvSpPr/>
          <p:nvPr/>
        </p:nvSpPr>
        <p:spPr>
          <a:xfrm>
            <a:off x="2704012" y="1306285"/>
            <a:ext cx="2070462" cy="10842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Quantity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93520D-43B5-F936-DB9C-F303930A9C75}"/>
              </a:ext>
            </a:extLst>
          </p:cNvPr>
          <p:cNvSpPr/>
          <p:nvPr/>
        </p:nvSpPr>
        <p:spPr>
          <a:xfrm>
            <a:off x="6897189" y="1306285"/>
            <a:ext cx="2590799" cy="10842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Restock_Date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626F3A-41A4-6B86-7308-9668839D6302}"/>
              </a:ext>
            </a:extLst>
          </p:cNvPr>
          <p:cNvCxnSpPr>
            <a:stCxn id="5" idx="5"/>
          </p:cNvCxnSpPr>
          <p:nvPr/>
        </p:nvCxnSpPr>
        <p:spPr>
          <a:xfrm>
            <a:off x="4471262" y="2231722"/>
            <a:ext cx="682035" cy="9425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DCCC33-16BE-E04B-823C-AF82E23E799B}"/>
              </a:ext>
            </a:extLst>
          </p:cNvPr>
          <p:cNvCxnSpPr>
            <a:stCxn id="6" idx="3"/>
          </p:cNvCxnSpPr>
          <p:nvPr/>
        </p:nvCxnSpPr>
        <p:spPr>
          <a:xfrm flipH="1">
            <a:off x="6224451" y="2231722"/>
            <a:ext cx="1052152" cy="818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72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B9AB3196-A317-94F5-116D-F5D9B42BC61C}"/>
              </a:ext>
            </a:extLst>
          </p:cNvPr>
          <p:cNvSpPr/>
          <p:nvPr/>
        </p:nvSpPr>
        <p:spPr>
          <a:xfrm>
            <a:off x="4010296" y="2860767"/>
            <a:ext cx="3598818" cy="260604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Consume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E06787-2D69-CFDA-ED99-8B589C969F49}"/>
              </a:ext>
            </a:extLst>
          </p:cNvPr>
          <p:cNvSpPr/>
          <p:nvPr/>
        </p:nvSpPr>
        <p:spPr>
          <a:xfrm>
            <a:off x="2227217" y="1169126"/>
            <a:ext cx="2913018" cy="13650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Quantity_used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0B83C7-D60C-72CE-055A-19F8636AEF21}"/>
              </a:ext>
            </a:extLst>
          </p:cNvPr>
          <p:cNvCxnSpPr>
            <a:stCxn id="5" idx="5"/>
          </p:cNvCxnSpPr>
          <p:nvPr/>
        </p:nvCxnSpPr>
        <p:spPr>
          <a:xfrm>
            <a:off x="4713633" y="2334284"/>
            <a:ext cx="583356" cy="8661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13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652</Words>
  <Application>Microsoft Office PowerPoint</Application>
  <PresentationFormat>Widescreen</PresentationFormat>
  <Paragraphs>285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Book Antiqua</vt:lpstr>
      <vt:lpstr>Garamond</vt:lpstr>
      <vt:lpstr>Sans Serif Collection</vt:lpstr>
      <vt:lpstr>Office Theme</vt:lpstr>
      <vt:lpstr>CONCEPTUAL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Aouatif GUENNOUN</dc:creator>
  <cp:lastModifiedBy>Aouatif GUENNOUN</cp:lastModifiedBy>
  <cp:revision>13</cp:revision>
  <dcterms:created xsi:type="dcterms:W3CDTF">2026-09-19T19:29:53Z</dcterms:created>
  <dcterms:modified xsi:type="dcterms:W3CDTF">2026-09-20T11:55:25Z</dcterms:modified>
</cp:coreProperties>
</file>